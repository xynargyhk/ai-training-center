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147481514" r:id="rId2"/>
    <p:sldId id="2147483136" r:id="rId3"/>
    <p:sldId id="2147483135" r:id="rId4"/>
    <p:sldId id="2147483137" r:id="rId5"/>
    <p:sldId id="2147483138" r:id="rId6"/>
    <p:sldId id="2147483140" r:id="rId7"/>
    <p:sldId id="2147483141" r:id="rId8"/>
    <p:sldId id="2147483142" r:id="rId9"/>
    <p:sldId id="2147483139" r:id="rId10"/>
    <p:sldId id="2147481299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FDA"/>
    <a:srgbClr val="03F3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978D08-695B-41FC-8CCC-384F5D9046DD}" v="17" dt="2025-11-03T09:08:31.5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 autoAdjust="0"/>
    <p:restoredTop sz="93265" autoAdjust="0"/>
  </p:normalViewPr>
  <p:slideViewPr>
    <p:cSldViewPr snapToGrid="0">
      <p:cViewPr varScale="1">
        <p:scale>
          <a:sx n="95" d="100"/>
          <a:sy n="95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ECFD62-B4D9-4BFE-8280-18BAFCD57BF5}" type="doc">
      <dgm:prSet loTypeId="urn:microsoft.com/office/officeart/2005/8/layout/process4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HK" altLang="en-US"/>
        </a:p>
      </dgm:t>
    </dgm:pt>
    <dgm:pt modelId="{01FC39A9-8169-401D-AFA0-354BB98AF9EB}">
      <dgm:prSet phldrT="[Text]" custT="1"/>
      <dgm:spPr/>
      <dgm:t>
        <a:bodyPr/>
        <a:lstStyle/>
        <a:p>
          <a:r>
            <a:rPr lang="en-HK" altLang="zh-HK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SemiBold" panose="00000700000000000000" pitchFamily="2" charset="0"/>
              <a:cs typeface="Poppins SemiBold" panose="00000700000000000000" pitchFamily="2" charset="0"/>
            </a:rPr>
            <a:t>2. </a:t>
          </a:r>
          <a:r>
            <a:rPr lang="en-US" altLang="zh-HK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SemiBold" panose="00000700000000000000" pitchFamily="2" charset="0"/>
              <a:cs typeface="Poppins SemiBold" panose="00000700000000000000" pitchFamily="2" charset="0"/>
            </a:rPr>
            <a:t>Overview of Microsoft Copilot Capabilities</a:t>
          </a:r>
          <a:endParaRPr lang="zh-HK" altLang="en-US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Poppins SemiBold" panose="00000700000000000000" pitchFamily="2" charset="0"/>
            <a:cs typeface="Poppins SemiBold" panose="00000700000000000000" pitchFamily="2" charset="0"/>
          </a:endParaRPr>
        </a:p>
      </dgm:t>
    </dgm:pt>
    <dgm:pt modelId="{785364FF-7067-4879-8675-60E70618E0C2}" type="parTrans" cxnId="{EE2B59DE-B708-411A-8EA9-F8DF1700D5DF}">
      <dgm:prSet/>
      <dgm:spPr/>
      <dgm:t>
        <a:bodyPr/>
        <a:lstStyle/>
        <a:p>
          <a:endParaRPr lang="zh-HK" altLang="en-US"/>
        </a:p>
      </dgm:t>
    </dgm:pt>
    <dgm:pt modelId="{A55B5483-46C9-4772-B773-7D2CC28EE126}" type="sibTrans" cxnId="{EE2B59DE-B708-411A-8EA9-F8DF1700D5DF}">
      <dgm:prSet/>
      <dgm:spPr/>
      <dgm:t>
        <a:bodyPr/>
        <a:lstStyle/>
        <a:p>
          <a:endParaRPr lang="zh-HK" altLang="en-US"/>
        </a:p>
      </dgm:t>
    </dgm:pt>
    <dgm:pt modelId="{81BE0BAC-3CFF-4D18-B3A8-7F3F60385B60}">
      <dgm:prSet phldrT="[Text]" custT="1"/>
      <dgm:spPr/>
      <dgm:t>
        <a:bodyPr/>
        <a:lstStyle/>
        <a:p>
          <a:r>
            <a:rPr lang="en-HK" altLang="zh-HK" sz="1600" b="1" dirty="0">
              <a:latin typeface="Poppins SemiBold" panose="00000700000000000000" pitchFamily="2" charset="0"/>
              <a:cs typeface="Poppins SemiBold" panose="00000700000000000000" pitchFamily="2" charset="0"/>
            </a:rPr>
            <a:t>4. Recap: Key Techniques &amp; Pre-requisites</a:t>
          </a:r>
          <a:endParaRPr lang="zh-HK" altLang="en-US" sz="1600" b="1" dirty="0">
            <a:latin typeface="Poppins SemiBold" panose="00000700000000000000" pitchFamily="2" charset="0"/>
            <a:cs typeface="Poppins SemiBold" panose="00000700000000000000" pitchFamily="2" charset="0"/>
          </a:endParaRPr>
        </a:p>
      </dgm:t>
    </dgm:pt>
    <dgm:pt modelId="{EF4C786B-17F5-4818-A64B-8BE0BF47AEA1}" type="parTrans" cxnId="{1D0BBD3C-DDEA-41DB-84D4-F1CF3E0A0D6C}">
      <dgm:prSet/>
      <dgm:spPr/>
      <dgm:t>
        <a:bodyPr/>
        <a:lstStyle/>
        <a:p>
          <a:endParaRPr lang="zh-HK" altLang="en-US"/>
        </a:p>
      </dgm:t>
    </dgm:pt>
    <dgm:pt modelId="{A256F250-8520-4A8C-9DEB-073E12E95D86}" type="sibTrans" cxnId="{1D0BBD3C-DDEA-41DB-84D4-F1CF3E0A0D6C}">
      <dgm:prSet/>
      <dgm:spPr/>
      <dgm:t>
        <a:bodyPr/>
        <a:lstStyle/>
        <a:p>
          <a:endParaRPr lang="zh-HK" altLang="en-US"/>
        </a:p>
      </dgm:t>
    </dgm:pt>
    <dgm:pt modelId="{ABF27549-B661-4CAC-BA4D-AA46966194C5}">
      <dgm:prSet phldrT="[Text]" custT="1"/>
      <dgm:spPr/>
      <dgm:t>
        <a:bodyPr/>
        <a:lstStyle/>
        <a:p>
          <a:r>
            <a:rPr lang="en-HK" altLang="zh-HK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SemiBold" panose="00000700000000000000" pitchFamily="2" charset="0"/>
              <a:cs typeface="Poppins SemiBold" panose="00000700000000000000" pitchFamily="2" charset="0"/>
            </a:rPr>
            <a:t>1. </a:t>
          </a:r>
          <a:r>
            <a:rPr lang="en-HK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SemiBold" panose="00000700000000000000" pitchFamily="2" charset="0"/>
              <a:cs typeface="Poppins SemiBold" panose="00000700000000000000" pitchFamily="2" charset="0"/>
            </a:rPr>
            <a:t>Welcome &amp; Objectives</a:t>
          </a:r>
          <a:endParaRPr lang="zh-HK" altLang="en-US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Poppins SemiBold" panose="00000700000000000000" pitchFamily="2" charset="0"/>
            <a:cs typeface="Poppins SemiBold" panose="00000700000000000000" pitchFamily="2" charset="0"/>
          </a:endParaRPr>
        </a:p>
      </dgm:t>
    </dgm:pt>
    <dgm:pt modelId="{93BC145F-70E2-48B3-AEBF-4CF5EC7B2FFC}" type="parTrans" cxnId="{34C88298-748B-4ECB-A264-9307E9EE8FAB}">
      <dgm:prSet/>
      <dgm:spPr/>
      <dgm:t>
        <a:bodyPr/>
        <a:lstStyle/>
        <a:p>
          <a:endParaRPr lang="zh-HK" altLang="en-US"/>
        </a:p>
      </dgm:t>
    </dgm:pt>
    <dgm:pt modelId="{2409A4DC-EA8E-4E4D-961D-D2CF6F4FB2EA}" type="sibTrans" cxnId="{34C88298-748B-4ECB-A264-9307E9EE8FAB}">
      <dgm:prSet/>
      <dgm:spPr/>
      <dgm:t>
        <a:bodyPr/>
        <a:lstStyle/>
        <a:p>
          <a:endParaRPr lang="zh-HK" altLang="en-US"/>
        </a:p>
      </dgm:t>
    </dgm:pt>
    <dgm:pt modelId="{27420C3E-E97B-4266-979E-4B003DA1E90C}">
      <dgm:prSet phldrT="[Text]" custT="1"/>
      <dgm:spPr/>
      <dgm:t>
        <a:bodyPr/>
        <a:lstStyle/>
        <a:p>
          <a:r>
            <a:rPr lang="en-HK" altLang="zh-HK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SemiBold" panose="00000700000000000000" pitchFamily="2" charset="0"/>
              <a:cs typeface="Poppins SemiBold" panose="00000700000000000000" pitchFamily="2" charset="0"/>
            </a:rPr>
            <a:t>3. </a:t>
          </a:r>
          <a:r>
            <a:rPr lang="en-US" altLang="zh-HK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SemiBold" panose="00000700000000000000" pitchFamily="2" charset="0"/>
              <a:cs typeface="Poppins SemiBold" panose="00000700000000000000" pitchFamily="2" charset="0"/>
            </a:rPr>
            <a:t>Use Case Sharing: Connecting the dots</a:t>
          </a:r>
          <a:endParaRPr lang="zh-HK" altLang="en-US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Poppins SemiBold" panose="00000700000000000000" pitchFamily="2" charset="0"/>
            <a:cs typeface="Poppins SemiBold" panose="00000700000000000000" pitchFamily="2" charset="0"/>
          </a:endParaRPr>
        </a:p>
      </dgm:t>
    </dgm:pt>
    <dgm:pt modelId="{7859EE1C-977A-42DB-B3FF-0AF994A400B6}" type="parTrans" cxnId="{5214BB5A-7FA0-4DB2-9598-B90302846B50}">
      <dgm:prSet/>
      <dgm:spPr/>
      <dgm:t>
        <a:bodyPr/>
        <a:lstStyle/>
        <a:p>
          <a:endParaRPr lang="zh-HK" altLang="en-US"/>
        </a:p>
      </dgm:t>
    </dgm:pt>
    <dgm:pt modelId="{2EE16035-74A5-41D0-A598-D4D6F4432476}" type="sibTrans" cxnId="{5214BB5A-7FA0-4DB2-9598-B90302846B50}">
      <dgm:prSet/>
      <dgm:spPr/>
      <dgm:t>
        <a:bodyPr/>
        <a:lstStyle/>
        <a:p>
          <a:endParaRPr lang="zh-HK" altLang="en-US"/>
        </a:p>
      </dgm:t>
    </dgm:pt>
    <dgm:pt modelId="{915DE02F-6A2E-401C-9678-AD10A03C79D1}">
      <dgm:prSet phldrT="[Text]" custT="1"/>
      <dgm:spPr/>
      <dgm:t>
        <a:bodyPr/>
        <a:lstStyle/>
        <a:p>
          <a:r>
            <a:rPr lang="en-HK" altLang="zh-HK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SemiBold" panose="00000700000000000000" pitchFamily="2" charset="0"/>
              <a:cs typeface="Poppins SemiBold" panose="00000700000000000000" pitchFamily="2" charset="0"/>
            </a:rPr>
            <a:t>5. </a:t>
          </a:r>
          <a:r>
            <a: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SemiBold" panose="00000700000000000000" pitchFamily="2" charset="0"/>
              <a:cs typeface="Poppins SemiBold" panose="00000700000000000000" pitchFamily="2" charset="0"/>
            </a:rPr>
            <a:t>The Future: Building Your Chatbot</a:t>
          </a:r>
          <a:endParaRPr lang="zh-HK" altLang="en-US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Poppins SemiBold" panose="00000700000000000000" pitchFamily="2" charset="0"/>
            <a:cs typeface="Poppins SemiBold" panose="00000700000000000000" pitchFamily="2" charset="0"/>
          </a:endParaRPr>
        </a:p>
      </dgm:t>
    </dgm:pt>
    <dgm:pt modelId="{EDCC9C0C-E773-4039-862C-87AA91EB1A22}" type="parTrans" cxnId="{421EC8D4-C733-4130-8A91-B0B3BA7201AB}">
      <dgm:prSet/>
      <dgm:spPr/>
      <dgm:t>
        <a:bodyPr/>
        <a:lstStyle/>
        <a:p>
          <a:endParaRPr lang="zh-HK" altLang="en-US"/>
        </a:p>
      </dgm:t>
    </dgm:pt>
    <dgm:pt modelId="{95FAD2C5-714D-422F-A4B9-AB5566624F98}" type="sibTrans" cxnId="{421EC8D4-C733-4130-8A91-B0B3BA7201AB}">
      <dgm:prSet/>
      <dgm:spPr/>
      <dgm:t>
        <a:bodyPr/>
        <a:lstStyle/>
        <a:p>
          <a:endParaRPr lang="zh-HK" altLang="en-US"/>
        </a:p>
      </dgm:t>
    </dgm:pt>
    <dgm:pt modelId="{338C426D-F338-4ECA-B28A-51C0A7920A0D}">
      <dgm:prSet phldrT="[Text]" custT="1"/>
      <dgm:spPr/>
      <dgm:t>
        <a:bodyPr/>
        <a:lstStyle/>
        <a:p>
          <a:r>
            <a:rPr lang="en-US" altLang="en-US" sz="1400" i="1" dirty="0">
              <a:latin typeface="+mj-lt"/>
            </a:rPr>
            <a:t>How to use Copilot effectively: data readiness, error detection, prompt engineering.</a:t>
          </a:r>
          <a:endParaRPr lang="zh-HK" altLang="en-US" sz="1400" i="1" dirty="0">
            <a:latin typeface="+mj-lt"/>
          </a:endParaRPr>
        </a:p>
      </dgm:t>
    </dgm:pt>
    <dgm:pt modelId="{2BCC0DA5-B8A6-4451-9A02-6192B3015609}" type="parTrans" cxnId="{15F938CC-403E-4F15-8072-D01E24C547C4}">
      <dgm:prSet/>
      <dgm:spPr/>
      <dgm:t>
        <a:bodyPr/>
        <a:lstStyle/>
        <a:p>
          <a:endParaRPr lang="zh-HK" altLang="en-US"/>
        </a:p>
      </dgm:t>
    </dgm:pt>
    <dgm:pt modelId="{0D6CABC5-52FD-44F4-B781-A11BE7392CF1}" type="sibTrans" cxnId="{15F938CC-403E-4F15-8072-D01E24C547C4}">
      <dgm:prSet/>
      <dgm:spPr/>
      <dgm:t>
        <a:bodyPr/>
        <a:lstStyle/>
        <a:p>
          <a:endParaRPr lang="zh-HK" altLang="en-US"/>
        </a:p>
      </dgm:t>
    </dgm:pt>
    <dgm:pt modelId="{C88BB2FD-84C0-46FC-BDC6-FAA5E9F6A4C2}">
      <dgm:prSet phldrT="[Text]" custT="1"/>
      <dgm:spPr/>
      <dgm:t>
        <a:bodyPr/>
        <a:lstStyle/>
        <a:p>
          <a:r>
            <a:rPr lang="en-HK" altLang="zh-HK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SemiBold" panose="00000700000000000000" pitchFamily="2" charset="0"/>
              <a:cs typeface="Poppins SemiBold" panose="00000700000000000000" pitchFamily="2" charset="0"/>
            </a:rPr>
            <a:t>6. Open Discussion: Q&amp;A</a:t>
          </a:r>
          <a:endParaRPr lang="zh-HK" altLang="en-US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Poppins SemiBold" panose="00000700000000000000" pitchFamily="2" charset="0"/>
            <a:cs typeface="Poppins SemiBold" panose="00000700000000000000" pitchFamily="2" charset="0"/>
          </a:endParaRPr>
        </a:p>
      </dgm:t>
    </dgm:pt>
    <dgm:pt modelId="{E43659D7-0E4F-47A9-91B0-72D35E7BC31E}" type="parTrans" cxnId="{961F874D-C5FF-4894-9875-C579F6FC4D86}">
      <dgm:prSet/>
      <dgm:spPr/>
      <dgm:t>
        <a:bodyPr/>
        <a:lstStyle/>
        <a:p>
          <a:endParaRPr lang="zh-HK" altLang="en-US"/>
        </a:p>
      </dgm:t>
    </dgm:pt>
    <dgm:pt modelId="{595F3296-1F7A-4FBD-AD5E-1218DB5FBD3F}" type="sibTrans" cxnId="{961F874D-C5FF-4894-9875-C579F6FC4D86}">
      <dgm:prSet/>
      <dgm:spPr/>
      <dgm:t>
        <a:bodyPr/>
        <a:lstStyle/>
        <a:p>
          <a:endParaRPr lang="zh-HK" altLang="en-US"/>
        </a:p>
      </dgm:t>
    </dgm:pt>
    <dgm:pt modelId="{9BF4E1DD-FFB6-409E-B844-D6D8425540CE}">
      <dgm:prSet phldrT="[Text]" custT="1"/>
      <dgm:spPr/>
      <dgm:t>
        <a:bodyPr/>
        <a:lstStyle/>
        <a:p>
          <a:r>
            <a:rPr lang="en-US" sz="1400" i="1" dirty="0">
              <a:latin typeface="+mj-lt"/>
            </a:rPr>
            <a:t>Quick intro and training goals.</a:t>
          </a:r>
          <a:endParaRPr lang="zh-HK" altLang="en-US" sz="1400" b="1" dirty="0">
            <a:latin typeface="Poppins SemiBold" panose="00000700000000000000" pitchFamily="2" charset="0"/>
            <a:cs typeface="Poppins SemiBold" panose="00000700000000000000" pitchFamily="2" charset="0"/>
          </a:endParaRPr>
        </a:p>
      </dgm:t>
    </dgm:pt>
    <dgm:pt modelId="{F52EDD98-973B-40D9-A66D-8BBB09C28B59}" type="parTrans" cxnId="{13ECCACB-C345-4515-8081-CA30B7B073BB}">
      <dgm:prSet/>
      <dgm:spPr/>
      <dgm:t>
        <a:bodyPr/>
        <a:lstStyle/>
        <a:p>
          <a:endParaRPr lang="zh-HK" altLang="en-US"/>
        </a:p>
      </dgm:t>
    </dgm:pt>
    <dgm:pt modelId="{24C77AD1-A17A-44BC-A60C-062FA79253D1}" type="sibTrans" cxnId="{13ECCACB-C345-4515-8081-CA30B7B073BB}">
      <dgm:prSet/>
      <dgm:spPr/>
      <dgm:t>
        <a:bodyPr/>
        <a:lstStyle/>
        <a:p>
          <a:endParaRPr lang="zh-HK" altLang="en-US"/>
        </a:p>
      </dgm:t>
    </dgm:pt>
    <dgm:pt modelId="{B233DF79-6496-4723-A0E7-12EFF76652F9}">
      <dgm:prSet phldrT="[Text]" custT="1"/>
      <dgm:spPr/>
      <dgm:t>
        <a:bodyPr/>
        <a:lstStyle/>
        <a:p>
          <a:pPr>
            <a:buNone/>
          </a:pPr>
          <a:r>
            <a:rPr lang="en-US" sz="1400" i="1" dirty="0">
              <a:latin typeface="+mj-lt"/>
            </a:rPr>
            <a:t>What Copilot can do across apps: Word, Excel, Outlook, and Teams.</a:t>
          </a:r>
          <a:endParaRPr lang="zh-HK" altLang="en-US" sz="1400" b="1" dirty="0">
            <a:latin typeface="+mj-lt"/>
            <a:cs typeface="Poppins SemiBold" panose="00000700000000000000" pitchFamily="2" charset="0"/>
          </a:endParaRPr>
        </a:p>
      </dgm:t>
    </dgm:pt>
    <dgm:pt modelId="{4E680421-201F-4F08-A044-6692F31882BB}" type="parTrans" cxnId="{68F66D43-94A1-4A52-A88E-FEE1028838E8}">
      <dgm:prSet/>
      <dgm:spPr/>
      <dgm:t>
        <a:bodyPr/>
        <a:lstStyle/>
        <a:p>
          <a:endParaRPr lang="zh-HK" altLang="en-US"/>
        </a:p>
      </dgm:t>
    </dgm:pt>
    <dgm:pt modelId="{B297CD5C-A98F-41CE-A2E0-59844429264D}" type="sibTrans" cxnId="{68F66D43-94A1-4A52-A88E-FEE1028838E8}">
      <dgm:prSet/>
      <dgm:spPr/>
      <dgm:t>
        <a:bodyPr/>
        <a:lstStyle/>
        <a:p>
          <a:endParaRPr lang="zh-HK" altLang="en-US"/>
        </a:p>
      </dgm:t>
    </dgm:pt>
    <dgm:pt modelId="{F5DC3E48-0099-49BF-8943-FBAAB21E1D58}">
      <dgm:prSet phldrT="[Text]" custT="1"/>
      <dgm:spPr/>
      <dgm:t>
        <a:bodyPr/>
        <a:lstStyle/>
        <a:p>
          <a:pPr>
            <a:buNone/>
          </a:pPr>
          <a:r>
            <a:rPr lang="en-US" sz="1400" i="1" dirty="0">
              <a:latin typeface="+mj-lt"/>
            </a:rPr>
            <a:t>Examples of how Copilot links tasks and unlocks company knowledge.</a:t>
          </a:r>
          <a:endParaRPr lang="zh-HK" altLang="en-US" sz="1400" b="1" dirty="0">
            <a:latin typeface="+mj-lt"/>
            <a:cs typeface="Poppins SemiBold" panose="00000700000000000000" pitchFamily="2" charset="0"/>
          </a:endParaRPr>
        </a:p>
      </dgm:t>
    </dgm:pt>
    <dgm:pt modelId="{C471D8BA-9A9E-4F0A-8B0C-32ACB43B73E6}" type="parTrans" cxnId="{3943AA57-1ADE-473A-87AD-B39D688F3605}">
      <dgm:prSet/>
      <dgm:spPr/>
      <dgm:t>
        <a:bodyPr/>
        <a:lstStyle/>
        <a:p>
          <a:endParaRPr lang="zh-HK" altLang="en-US"/>
        </a:p>
      </dgm:t>
    </dgm:pt>
    <dgm:pt modelId="{A6807F61-20FF-49E6-9FF1-B6B1EE5D72A7}" type="sibTrans" cxnId="{3943AA57-1ADE-473A-87AD-B39D688F3605}">
      <dgm:prSet/>
      <dgm:spPr/>
      <dgm:t>
        <a:bodyPr/>
        <a:lstStyle/>
        <a:p>
          <a:endParaRPr lang="zh-HK" altLang="en-US"/>
        </a:p>
      </dgm:t>
    </dgm:pt>
    <dgm:pt modelId="{0ED7BFEF-9FDD-4D17-902F-36FABD4FDBB1}">
      <dgm:prSet custT="1"/>
      <dgm:spPr/>
      <dgm:t>
        <a:bodyPr/>
        <a:lstStyle/>
        <a:p>
          <a:r>
            <a:rPr lang="en-US" altLang="en-US" sz="1400" i="1" dirty="0">
              <a:latin typeface="+mj-lt"/>
            </a:rPr>
            <a:t>A teaser on how to start considering an EX-focused chatbot.</a:t>
          </a:r>
          <a:endParaRPr lang="zh-HK" altLang="en-US" sz="1400" i="1" dirty="0">
            <a:latin typeface="+mj-lt"/>
          </a:endParaRPr>
        </a:p>
      </dgm:t>
    </dgm:pt>
    <dgm:pt modelId="{3DE44893-AEB6-482E-BC05-F2A0CAFA4369}" type="parTrans" cxnId="{798A7365-4D19-47B8-9960-80101EF65CF7}">
      <dgm:prSet/>
      <dgm:spPr/>
      <dgm:t>
        <a:bodyPr/>
        <a:lstStyle/>
        <a:p>
          <a:endParaRPr lang="zh-HK" altLang="en-US"/>
        </a:p>
      </dgm:t>
    </dgm:pt>
    <dgm:pt modelId="{18E4E923-2ACC-45AD-8F39-2F2DE1E1CA5D}" type="sibTrans" cxnId="{798A7365-4D19-47B8-9960-80101EF65CF7}">
      <dgm:prSet/>
      <dgm:spPr/>
      <dgm:t>
        <a:bodyPr/>
        <a:lstStyle/>
        <a:p>
          <a:endParaRPr lang="zh-HK" altLang="en-US"/>
        </a:p>
      </dgm:t>
    </dgm:pt>
    <dgm:pt modelId="{B366E3EB-B9F9-4154-B9F2-F1FAB154DD90}">
      <dgm:prSet phldrT="[Text]" custT="1"/>
      <dgm:spPr/>
      <dgm:t>
        <a:bodyPr/>
        <a:lstStyle/>
        <a:p>
          <a:pPr>
            <a:buNone/>
          </a:pPr>
          <a:r>
            <a:rPr lang="en-US" sz="1400" i="1" dirty="0">
              <a:latin typeface="+mj-lt"/>
            </a:rPr>
            <a:t>Questions, reflections, and ideation on how to apply Copilot in daily work.</a:t>
          </a:r>
          <a:endParaRPr lang="zh-HK" altLang="en-US" sz="1400" b="1" i="1" dirty="0">
            <a:latin typeface="+mj-lt"/>
            <a:cs typeface="Poppins SemiBold" panose="00000700000000000000" pitchFamily="2" charset="0"/>
          </a:endParaRPr>
        </a:p>
      </dgm:t>
    </dgm:pt>
    <dgm:pt modelId="{55B80D04-0C83-4FA0-AB37-CA5490F055F6}" type="parTrans" cxnId="{910C5C7C-7A83-4D16-806C-943D683F132B}">
      <dgm:prSet/>
      <dgm:spPr/>
      <dgm:t>
        <a:bodyPr/>
        <a:lstStyle/>
        <a:p>
          <a:endParaRPr lang="zh-HK" altLang="en-US"/>
        </a:p>
      </dgm:t>
    </dgm:pt>
    <dgm:pt modelId="{158BAEF6-D1EF-4EE2-9851-3424A041BAA9}" type="sibTrans" cxnId="{910C5C7C-7A83-4D16-806C-943D683F132B}">
      <dgm:prSet/>
      <dgm:spPr/>
      <dgm:t>
        <a:bodyPr/>
        <a:lstStyle/>
        <a:p>
          <a:endParaRPr lang="zh-HK" altLang="en-US"/>
        </a:p>
      </dgm:t>
    </dgm:pt>
    <dgm:pt modelId="{1484C530-36F6-4D0B-9C04-DB356D5E872C}" type="pres">
      <dgm:prSet presAssocID="{C4ECFD62-B4D9-4BFE-8280-18BAFCD57BF5}" presName="Name0" presStyleCnt="0">
        <dgm:presLayoutVars>
          <dgm:dir/>
          <dgm:animLvl val="lvl"/>
          <dgm:resizeHandles val="exact"/>
        </dgm:presLayoutVars>
      </dgm:prSet>
      <dgm:spPr/>
    </dgm:pt>
    <dgm:pt modelId="{C7D79A11-BAF9-4D9A-8D54-82D702C816E1}" type="pres">
      <dgm:prSet presAssocID="{C88BB2FD-84C0-46FC-BDC6-FAA5E9F6A4C2}" presName="boxAndChildren" presStyleCnt="0"/>
      <dgm:spPr/>
    </dgm:pt>
    <dgm:pt modelId="{4D26F41A-4BF0-42AE-B5E6-6BFF7D281DD6}" type="pres">
      <dgm:prSet presAssocID="{C88BB2FD-84C0-46FC-BDC6-FAA5E9F6A4C2}" presName="parentTextBox" presStyleLbl="node1" presStyleIdx="0" presStyleCnt="6"/>
      <dgm:spPr/>
    </dgm:pt>
    <dgm:pt modelId="{592CE2DE-EEAC-4B39-B59A-AE55B004725C}" type="pres">
      <dgm:prSet presAssocID="{C88BB2FD-84C0-46FC-BDC6-FAA5E9F6A4C2}" presName="entireBox" presStyleLbl="node1" presStyleIdx="0" presStyleCnt="6"/>
      <dgm:spPr/>
    </dgm:pt>
    <dgm:pt modelId="{92F9E301-D5DF-4048-BE59-F7676D64FDBB}" type="pres">
      <dgm:prSet presAssocID="{C88BB2FD-84C0-46FC-BDC6-FAA5E9F6A4C2}" presName="descendantBox" presStyleCnt="0"/>
      <dgm:spPr/>
    </dgm:pt>
    <dgm:pt modelId="{991E7D96-A0A3-48FE-B20E-3ED26FA0C338}" type="pres">
      <dgm:prSet presAssocID="{B366E3EB-B9F9-4154-B9F2-F1FAB154DD90}" presName="childTextBox" presStyleLbl="fgAccFollowNode1" presStyleIdx="0" presStyleCnt="6">
        <dgm:presLayoutVars>
          <dgm:bulletEnabled val="1"/>
        </dgm:presLayoutVars>
      </dgm:prSet>
      <dgm:spPr/>
    </dgm:pt>
    <dgm:pt modelId="{10DE17BC-B325-4E83-B76F-2DFE4A43273C}" type="pres">
      <dgm:prSet presAssocID="{95FAD2C5-714D-422F-A4B9-AB5566624F98}" presName="sp" presStyleCnt="0"/>
      <dgm:spPr/>
    </dgm:pt>
    <dgm:pt modelId="{44AE91EB-1C23-41EE-B5DC-E77FF69590AA}" type="pres">
      <dgm:prSet presAssocID="{915DE02F-6A2E-401C-9678-AD10A03C79D1}" presName="arrowAndChildren" presStyleCnt="0"/>
      <dgm:spPr/>
    </dgm:pt>
    <dgm:pt modelId="{51762031-9B44-4707-8A77-DE0A509AA6FA}" type="pres">
      <dgm:prSet presAssocID="{915DE02F-6A2E-401C-9678-AD10A03C79D1}" presName="parentTextArrow" presStyleLbl="node1" presStyleIdx="0" presStyleCnt="6"/>
      <dgm:spPr/>
    </dgm:pt>
    <dgm:pt modelId="{216D4A77-D9AB-4151-A724-7F6F1F881092}" type="pres">
      <dgm:prSet presAssocID="{915DE02F-6A2E-401C-9678-AD10A03C79D1}" presName="arrow" presStyleLbl="node1" presStyleIdx="1" presStyleCnt="6"/>
      <dgm:spPr/>
    </dgm:pt>
    <dgm:pt modelId="{676C1D94-4A50-4494-8F09-B91EC5D9F1FD}" type="pres">
      <dgm:prSet presAssocID="{915DE02F-6A2E-401C-9678-AD10A03C79D1}" presName="descendantArrow" presStyleCnt="0"/>
      <dgm:spPr/>
    </dgm:pt>
    <dgm:pt modelId="{0BA674F4-B10D-43FF-BE2C-F9AD53A2182E}" type="pres">
      <dgm:prSet presAssocID="{0ED7BFEF-9FDD-4D17-902F-36FABD4FDBB1}" presName="childTextArrow" presStyleLbl="fgAccFollowNode1" presStyleIdx="1" presStyleCnt="6">
        <dgm:presLayoutVars>
          <dgm:bulletEnabled val="1"/>
        </dgm:presLayoutVars>
      </dgm:prSet>
      <dgm:spPr/>
    </dgm:pt>
    <dgm:pt modelId="{310501DD-BEF6-4D89-96DD-325B421E45ED}" type="pres">
      <dgm:prSet presAssocID="{A256F250-8520-4A8C-9DEB-073E12E95D86}" presName="sp" presStyleCnt="0"/>
      <dgm:spPr/>
    </dgm:pt>
    <dgm:pt modelId="{31F12D7D-356F-4389-8A28-4E976B861093}" type="pres">
      <dgm:prSet presAssocID="{81BE0BAC-3CFF-4D18-B3A8-7F3F60385B60}" presName="arrowAndChildren" presStyleCnt="0"/>
      <dgm:spPr/>
    </dgm:pt>
    <dgm:pt modelId="{90370FCD-8EE0-43D7-8AAA-2C40382D5A9E}" type="pres">
      <dgm:prSet presAssocID="{81BE0BAC-3CFF-4D18-B3A8-7F3F60385B60}" presName="parentTextArrow" presStyleLbl="node1" presStyleIdx="1" presStyleCnt="6"/>
      <dgm:spPr/>
    </dgm:pt>
    <dgm:pt modelId="{DBEB1F3D-64B5-42CE-B24E-B0CBC41C0F95}" type="pres">
      <dgm:prSet presAssocID="{81BE0BAC-3CFF-4D18-B3A8-7F3F60385B60}" presName="arrow" presStyleLbl="node1" presStyleIdx="2" presStyleCnt="6"/>
      <dgm:spPr/>
    </dgm:pt>
    <dgm:pt modelId="{D3C4FA3C-A53A-458D-B779-864BFB2ED9B7}" type="pres">
      <dgm:prSet presAssocID="{81BE0BAC-3CFF-4D18-B3A8-7F3F60385B60}" presName="descendantArrow" presStyleCnt="0"/>
      <dgm:spPr/>
    </dgm:pt>
    <dgm:pt modelId="{014C29F8-1657-4AD1-9059-39E445CA7AA6}" type="pres">
      <dgm:prSet presAssocID="{338C426D-F338-4ECA-B28A-51C0A7920A0D}" presName="childTextArrow" presStyleLbl="fgAccFollowNode1" presStyleIdx="2" presStyleCnt="6">
        <dgm:presLayoutVars>
          <dgm:bulletEnabled val="1"/>
        </dgm:presLayoutVars>
      </dgm:prSet>
      <dgm:spPr/>
    </dgm:pt>
    <dgm:pt modelId="{D732857A-4D00-41A9-BF9C-5BA4FDF7CB02}" type="pres">
      <dgm:prSet presAssocID="{2EE16035-74A5-41D0-A598-D4D6F4432476}" presName="sp" presStyleCnt="0"/>
      <dgm:spPr/>
    </dgm:pt>
    <dgm:pt modelId="{6966D695-6856-4259-A84B-501530203B01}" type="pres">
      <dgm:prSet presAssocID="{27420C3E-E97B-4266-979E-4B003DA1E90C}" presName="arrowAndChildren" presStyleCnt="0"/>
      <dgm:spPr/>
    </dgm:pt>
    <dgm:pt modelId="{BC6F2632-93BD-4655-9D66-F12AA4291012}" type="pres">
      <dgm:prSet presAssocID="{27420C3E-E97B-4266-979E-4B003DA1E90C}" presName="parentTextArrow" presStyleLbl="node1" presStyleIdx="2" presStyleCnt="6"/>
      <dgm:spPr/>
    </dgm:pt>
    <dgm:pt modelId="{61123FBD-99E2-4BE1-A3F4-22D8D922BA3B}" type="pres">
      <dgm:prSet presAssocID="{27420C3E-E97B-4266-979E-4B003DA1E90C}" presName="arrow" presStyleLbl="node1" presStyleIdx="3" presStyleCnt="6"/>
      <dgm:spPr/>
    </dgm:pt>
    <dgm:pt modelId="{90281F14-0FF2-452B-AB28-B63117340D59}" type="pres">
      <dgm:prSet presAssocID="{27420C3E-E97B-4266-979E-4B003DA1E90C}" presName="descendantArrow" presStyleCnt="0"/>
      <dgm:spPr/>
    </dgm:pt>
    <dgm:pt modelId="{457DC417-0BF0-48A3-9203-508E94D26AF2}" type="pres">
      <dgm:prSet presAssocID="{F5DC3E48-0099-49BF-8943-FBAAB21E1D58}" presName="childTextArrow" presStyleLbl="fgAccFollowNode1" presStyleIdx="3" presStyleCnt="6">
        <dgm:presLayoutVars>
          <dgm:bulletEnabled val="1"/>
        </dgm:presLayoutVars>
      </dgm:prSet>
      <dgm:spPr/>
    </dgm:pt>
    <dgm:pt modelId="{2C6EDA23-12E1-40E3-8E9F-5394659C48C6}" type="pres">
      <dgm:prSet presAssocID="{A55B5483-46C9-4772-B773-7D2CC28EE126}" presName="sp" presStyleCnt="0"/>
      <dgm:spPr/>
    </dgm:pt>
    <dgm:pt modelId="{EAB21279-D6FB-404B-89F8-EBB5C1DCFBC9}" type="pres">
      <dgm:prSet presAssocID="{01FC39A9-8169-401D-AFA0-354BB98AF9EB}" presName="arrowAndChildren" presStyleCnt="0"/>
      <dgm:spPr/>
    </dgm:pt>
    <dgm:pt modelId="{2A0D26EF-265F-4AFD-B02B-04038ED41394}" type="pres">
      <dgm:prSet presAssocID="{01FC39A9-8169-401D-AFA0-354BB98AF9EB}" presName="parentTextArrow" presStyleLbl="node1" presStyleIdx="3" presStyleCnt="6"/>
      <dgm:spPr/>
    </dgm:pt>
    <dgm:pt modelId="{7AE75FF4-AEE6-4994-88D6-7A91A0E2A18E}" type="pres">
      <dgm:prSet presAssocID="{01FC39A9-8169-401D-AFA0-354BB98AF9EB}" presName="arrow" presStyleLbl="node1" presStyleIdx="4" presStyleCnt="6"/>
      <dgm:spPr/>
    </dgm:pt>
    <dgm:pt modelId="{9ABBEA90-3E3D-4C6D-9825-77A0750BF23E}" type="pres">
      <dgm:prSet presAssocID="{01FC39A9-8169-401D-AFA0-354BB98AF9EB}" presName="descendantArrow" presStyleCnt="0"/>
      <dgm:spPr/>
    </dgm:pt>
    <dgm:pt modelId="{A8915849-8440-4A14-8FE2-54118519199B}" type="pres">
      <dgm:prSet presAssocID="{B233DF79-6496-4723-A0E7-12EFF76652F9}" presName="childTextArrow" presStyleLbl="fgAccFollowNode1" presStyleIdx="4" presStyleCnt="6">
        <dgm:presLayoutVars>
          <dgm:bulletEnabled val="1"/>
        </dgm:presLayoutVars>
      </dgm:prSet>
      <dgm:spPr/>
    </dgm:pt>
    <dgm:pt modelId="{6FC6E2FF-BBD0-4B49-8F3E-1FA3596DE1CD}" type="pres">
      <dgm:prSet presAssocID="{2409A4DC-EA8E-4E4D-961D-D2CF6F4FB2EA}" presName="sp" presStyleCnt="0"/>
      <dgm:spPr/>
    </dgm:pt>
    <dgm:pt modelId="{72700A4F-FB27-4A0F-8F73-266719F15DE4}" type="pres">
      <dgm:prSet presAssocID="{ABF27549-B661-4CAC-BA4D-AA46966194C5}" presName="arrowAndChildren" presStyleCnt="0"/>
      <dgm:spPr/>
    </dgm:pt>
    <dgm:pt modelId="{C8C7AC79-72DC-4F6C-AF26-67854B706873}" type="pres">
      <dgm:prSet presAssocID="{ABF27549-B661-4CAC-BA4D-AA46966194C5}" presName="parentTextArrow" presStyleLbl="node1" presStyleIdx="4" presStyleCnt="6"/>
      <dgm:spPr/>
    </dgm:pt>
    <dgm:pt modelId="{343905D6-0694-41FC-99BD-70EE6193E7DF}" type="pres">
      <dgm:prSet presAssocID="{ABF27549-B661-4CAC-BA4D-AA46966194C5}" presName="arrow" presStyleLbl="node1" presStyleIdx="5" presStyleCnt="6"/>
      <dgm:spPr/>
    </dgm:pt>
    <dgm:pt modelId="{742FA6F6-AF96-44D0-9B81-F1975494DC6C}" type="pres">
      <dgm:prSet presAssocID="{ABF27549-B661-4CAC-BA4D-AA46966194C5}" presName="descendantArrow" presStyleCnt="0"/>
      <dgm:spPr/>
    </dgm:pt>
    <dgm:pt modelId="{6C8DCDC7-52F0-4F24-8CFE-75C38B0FF25D}" type="pres">
      <dgm:prSet presAssocID="{9BF4E1DD-FFB6-409E-B844-D6D8425540CE}" presName="childTextArrow" presStyleLbl="fgAccFollowNode1" presStyleIdx="5" presStyleCnt="6">
        <dgm:presLayoutVars>
          <dgm:bulletEnabled val="1"/>
        </dgm:presLayoutVars>
      </dgm:prSet>
      <dgm:spPr/>
    </dgm:pt>
  </dgm:ptLst>
  <dgm:cxnLst>
    <dgm:cxn modelId="{3BD96802-39A7-4ED3-901E-A7456BEF8511}" type="presOf" srcId="{0ED7BFEF-9FDD-4D17-902F-36FABD4FDBB1}" destId="{0BA674F4-B10D-43FF-BE2C-F9AD53A2182E}" srcOrd="0" destOrd="0" presId="urn:microsoft.com/office/officeart/2005/8/layout/process4"/>
    <dgm:cxn modelId="{C8D8A805-79C6-4155-AB90-A9DD1152AA77}" type="presOf" srcId="{ABF27549-B661-4CAC-BA4D-AA46966194C5}" destId="{343905D6-0694-41FC-99BD-70EE6193E7DF}" srcOrd="1" destOrd="0" presId="urn:microsoft.com/office/officeart/2005/8/layout/process4"/>
    <dgm:cxn modelId="{9F20FD1A-A552-47FE-A201-1CC6E14F85AF}" type="presOf" srcId="{915DE02F-6A2E-401C-9678-AD10A03C79D1}" destId="{51762031-9B44-4707-8A77-DE0A509AA6FA}" srcOrd="0" destOrd="0" presId="urn:microsoft.com/office/officeart/2005/8/layout/process4"/>
    <dgm:cxn modelId="{FF105322-642E-40CF-A565-112CAC00737A}" type="presOf" srcId="{F5DC3E48-0099-49BF-8943-FBAAB21E1D58}" destId="{457DC417-0BF0-48A3-9203-508E94D26AF2}" srcOrd="0" destOrd="0" presId="urn:microsoft.com/office/officeart/2005/8/layout/process4"/>
    <dgm:cxn modelId="{8ADD482C-71E2-42F3-866A-B9599AA4B7F1}" type="presOf" srcId="{ABF27549-B661-4CAC-BA4D-AA46966194C5}" destId="{C8C7AC79-72DC-4F6C-AF26-67854B706873}" srcOrd="0" destOrd="0" presId="urn:microsoft.com/office/officeart/2005/8/layout/process4"/>
    <dgm:cxn modelId="{8C754131-6E26-4807-BF33-E57056D5E0C9}" type="presOf" srcId="{81BE0BAC-3CFF-4D18-B3A8-7F3F60385B60}" destId="{DBEB1F3D-64B5-42CE-B24E-B0CBC41C0F95}" srcOrd="1" destOrd="0" presId="urn:microsoft.com/office/officeart/2005/8/layout/process4"/>
    <dgm:cxn modelId="{1D0BBD3C-DDEA-41DB-84D4-F1CF3E0A0D6C}" srcId="{C4ECFD62-B4D9-4BFE-8280-18BAFCD57BF5}" destId="{81BE0BAC-3CFF-4D18-B3A8-7F3F60385B60}" srcOrd="3" destOrd="0" parTransId="{EF4C786B-17F5-4818-A64B-8BE0BF47AEA1}" sibTransId="{A256F250-8520-4A8C-9DEB-073E12E95D86}"/>
    <dgm:cxn modelId="{380FD15D-5DC0-4BCD-BB0A-F477AFB8644D}" type="presOf" srcId="{27420C3E-E97B-4266-979E-4B003DA1E90C}" destId="{61123FBD-99E2-4BE1-A3F4-22D8D922BA3B}" srcOrd="1" destOrd="0" presId="urn:microsoft.com/office/officeart/2005/8/layout/process4"/>
    <dgm:cxn modelId="{68F66D43-94A1-4A52-A88E-FEE1028838E8}" srcId="{01FC39A9-8169-401D-AFA0-354BB98AF9EB}" destId="{B233DF79-6496-4723-A0E7-12EFF76652F9}" srcOrd="0" destOrd="0" parTransId="{4E680421-201F-4F08-A044-6692F31882BB}" sibTransId="{B297CD5C-A98F-41CE-A2E0-59844429264D}"/>
    <dgm:cxn modelId="{BC44F264-15F6-466E-8ADC-E89D973E3E84}" type="presOf" srcId="{B366E3EB-B9F9-4154-B9F2-F1FAB154DD90}" destId="{991E7D96-A0A3-48FE-B20E-3ED26FA0C338}" srcOrd="0" destOrd="0" presId="urn:microsoft.com/office/officeart/2005/8/layout/process4"/>
    <dgm:cxn modelId="{798A7365-4D19-47B8-9960-80101EF65CF7}" srcId="{915DE02F-6A2E-401C-9678-AD10A03C79D1}" destId="{0ED7BFEF-9FDD-4D17-902F-36FABD4FDBB1}" srcOrd="0" destOrd="0" parTransId="{3DE44893-AEB6-482E-BC05-F2A0CAFA4369}" sibTransId="{18E4E923-2ACC-45AD-8F39-2F2DE1E1CA5D}"/>
    <dgm:cxn modelId="{DFAE476D-DDD7-4AF8-B925-489C11C8071A}" type="presOf" srcId="{915DE02F-6A2E-401C-9678-AD10A03C79D1}" destId="{216D4A77-D9AB-4151-A724-7F6F1F881092}" srcOrd="1" destOrd="0" presId="urn:microsoft.com/office/officeart/2005/8/layout/process4"/>
    <dgm:cxn modelId="{961F874D-C5FF-4894-9875-C579F6FC4D86}" srcId="{C4ECFD62-B4D9-4BFE-8280-18BAFCD57BF5}" destId="{C88BB2FD-84C0-46FC-BDC6-FAA5E9F6A4C2}" srcOrd="5" destOrd="0" parTransId="{E43659D7-0E4F-47A9-91B0-72D35E7BC31E}" sibTransId="{595F3296-1F7A-4FBD-AD5E-1218DB5FBD3F}"/>
    <dgm:cxn modelId="{F0854552-7B24-41E6-95D0-5B58D52F8F7C}" type="presOf" srcId="{9BF4E1DD-FFB6-409E-B844-D6D8425540CE}" destId="{6C8DCDC7-52F0-4F24-8CFE-75C38B0FF25D}" srcOrd="0" destOrd="0" presId="urn:microsoft.com/office/officeart/2005/8/layout/process4"/>
    <dgm:cxn modelId="{F281B853-F907-473C-BB40-557BA324C0C7}" type="presOf" srcId="{81BE0BAC-3CFF-4D18-B3A8-7F3F60385B60}" destId="{90370FCD-8EE0-43D7-8AAA-2C40382D5A9E}" srcOrd="0" destOrd="0" presId="urn:microsoft.com/office/officeart/2005/8/layout/process4"/>
    <dgm:cxn modelId="{75C25154-7EAD-4675-B5E0-02945BE26808}" type="presOf" srcId="{01FC39A9-8169-401D-AFA0-354BB98AF9EB}" destId="{2A0D26EF-265F-4AFD-B02B-04038ED41394}" srcOrd="0" destOrd="0" presId="urn:microsoft.com/office/officeart/2005/8/layout/process4"/>
    <dgm:cxn modelId="{3943AA57-1ADE-473A-87AD-B39D688F3605}" srcId="{27420C3E-E97B-4266-979E-4B003DA1E90C}" destId="{F5DC3E48-0099-49BF-8943-FBAAB21E1D58}" srcOrd="0" destOrd="0" parTransId="{C471D8BA-9A9E-4F0A-8B0C-32ACB43B73E6}" sibTransId="{A6807F61-20FF-49E6-9FF1-B6B1EE5D72A7}"/>
    <dgm:cxn modelId="{5214BB5A-7FA0-4DB2-9598-B90302846B50}" srcId="{C4ECFD62-B4D9-4BFE-8280-18BAFCD57BF5}" destId="{27420C3E-E97B-4266-979E-4B003DA1E90C}" srcOrd="2" destOrd="0" parTransId="{7859EE1C-977A-42DB-B3FF-0AF994A400B6}" sibTransId="{2EE16035-74A5-41D0-A598-D4D6F4432476}"/>
    <dgm:cxn modelId="{910C5C7C-7A83-4D16-806C-943D683F132B}" srcId="{C88BB2FD-84C0-46FC-BDC6-FAA5E9F6A4C2}" destId="{B366E3EB-B9F9-4154-B9F2-F1FAB154DD90}" srcOrd="0" destOrd="0" parTransId="{55B80D04-0C83-4FA0-AB37-CA5490F055F6}" sibTransId="{158BAEF6-D1EF-4EE2-9851-3424A041BAA9}"/>
    <dgm:cxn modelId="{34C88298-748B-4ECB-A264-9307E9EE8FAB}" srcId="{C4ECFD62-B4D9-4BFE-8280-18BAFCD57BF5}" destId="{ABF27549-B661-4CAC-BA4D-AA46966194C5}" srcOrd="0" destOrd="0" parTransId="{93BC145F-70E2-48B3-AEBF-4CF5EC7B2FFC}" sibTransId="{2409A4DC-EA8E-4E4D-961D-D2CF6F4FB2EA}"/>
    <dgm:cxn modelId="{F3707EAA-87F1-443E-9A33-852085E4E73A}" type="presOf" srcId="{C88BB2FD-84C0-46FC-BDC6-FAA5E9F6A4C2}" destId="{592CE2DE-EEAC-4B39-B59A-AE55B004725C}" srcOrd="1" destOrd="0" presId="urn:microsoft.com/office/officeart/2005/8/layout/process4"/>
    <dgm:cxn modelId="{507C34B7-AA8D-4F67-9927-63A1ED91AFEF}" type="presOf" srcId="{C88BB2FD-84C0-46FC-BDC6-FAA5E9F6A4C2}" destId="{4D26F41A-4BF0-42AE-B5E6-6BFF7D281DD6}" srcOrd="0" destOrd="0" presId="urn:microsoft.com/office/officeart/2005/8/layout/process4"/>
    <dgm:cxn modelId="{47571AB9-4845-4F8E-8418-329A6581C7AF}" type="presOf" srcId="{B233DF79-6496-4723-A0E7-12EFF76652F9}" destId="{A8915849-8440-4A14-8FE2-54118519199B}" srcOrd="0" destOrd="0" presId="urn:microsoft.com/office/officeart/2005/8/layout/process4"/>
    <dgm:cxn modelId="{13ECCACB-C345-4515-8081-CA30B7B073BB}" srcId="{ABF27549-B661-4CAC-BA4D-AA46966194C5}" destId="{9BF4E1DD-FFB6-409E-B844-D6D8425540CE}" srcOrd="0" destOrd="0" parTransId="{F52EDD98-973B-40D9-A66D-8BBB09C28B59}" sibTransId="{24C77AD1-A17A-44BC-A60C-062FA79253D1}"/>
    <dgm:cxn modelId="{15F938CC-403E-4F15-8072-D01E24C547C4}" srcId="{81BE0BAC-3CFF-4D18-B3A8-7F3F60385B60}" destId="{338C426D-F338-4ECA-B28A-51C0A7920A0D}" srcOrd="0" destOrd="0" parTransId="{2BCC0DA5-B8A6-4451-9A02-6192B3015609}" sibTransId="{0D6CABC5-52FD-44F4-B781-A11BE7392CF1}"/>
    <dgm:cxn modelId="{66DA15D0-73C2-45A9-8723-9B68C8CABC3E}" type="presOf" srcId="{C4ECFD62-B4D9-4BFE-8280-18BAFCD57BF5}" destId="{1484C530-36F6-4D0B-9C04-DB356D5E872C}" srcOrd="0" destOrd="0" presId="urn:microsoft.com/office/officeart/2005/8/layout/process4"/>
    <dgm:cxn modelId="{421EC8D4-C733-4130-8A91-B0B3BA7201AB}" srcId="{C4ECFD62-B4D9-4BFE-8280-18BAFCD57BF5}" destId="{915DE02F-6A2E-401C-9678-AD10A03C79D1}" srcOrd="4" destOrd="0" parTransId="{EDCC9C0C-E773-4039-862C-87AA91EB1A22}" sibTransId="{95FAD2C5-714D-422F-A4B9-AB5566624F98}"/>
    <dgm:cxn modelId="{EE2B59DE-B708-411A-8EA9-F8DF1700D5DF}" srcId="{C4ECFD62-B4D9-4BFE-8280-18BAFCD57BF5}" destId="{01FC39A9-8169-401D-AFA0-354BB98AF9EB}" srcOrd="1" destOrd="0" parTransId="{785364FF-7067-4879-8675-60E70618E0C2}" sibTransId="{A55B5483-46C9-4772-B773-7D2CC28EE126}"/>
    <dgm:cxn modelId="{7EF0D6E2-63D2-4A60-8863-E58E9B711A49}" type="presOf" srcId="{27420C3E-E97B-4266-979E-4B003DA1E90C}" destId="{BC6F2632-93BD-4655-9D66-F12AA4291012}" srcOrd="0" destOrd="0" presId="urn:microsoft.com/office/officeart/2005/8/layout/process4"/>
    <dgm:cxn modelId="{DFBBD2EC-2681-4513-A6E3-F9808BC38D37}" type="presOf" srcId="{01FC39A9-8169-401D-AFA0-354BB98AF9EB}" destId="{7AE75FF4-AEE6-4994-88D6-7A91A0E2A18E}" srcOrd="1" destOrd="0" presId="urn:microsoft.com/office/officeart/2005/8/layout/process4"/>
    <dgm:cxn modelId="{BFD769F2-516B-456D-91D3-8A8F8F4F5709}" type="presOf" srcId="{338C426D-F338-4ECA-B28A-51C0A7920A0D}" destId="{014C29F8-1657-4AD1-9059-39E445CA7AA6}" srcOrd="0" destOrd="0" presId="urn:microsoft.com/office/officeart/2005/8/layout/process4"/>
    <dgm:cxn modelId="{D9970274-BAC4-4ACF-B023-2E14BA07B4F3}" type="presParOf" srcId="{1484C530-36F6-4D0B-9C04-DB356D5E872C}" destId="{C7D79A11-BAF9-4D9A-8D54-82D702C816E1}" srcOrd="0" destOrd="0" presId="urn:microsoft.com/office/officeart/2005/8/layout/process4"/>
    <dgm:cxn modelId="{713690F1-D7C3-4E78-A970-C871E0F07767}" type="presParOf" srcId="{C7D79A11-BAF9-4D9A-8D54-82D702C816E1}" destId="{4D26F41A-4BF0-42AE-B5E6-6BFF7D281DD6}" srcOrd="0" destOrd="0" presId="urn:microsoft.com/office/officeart/2005/8/layout/process4"/>
    <dgm:cxn modelId="{CC3F3769-EDBD-4C8E-A880-CE2D68148C35}" type="presParOf" srcId="{C7D79A11-BAF9-4D9A-8D54-82D702C816E1}" destId="{592CE2DE-EEAC-4B39-B59A-AE55B004725C}" srcOrd="1" destOrd="0" presId="urn:microsoft.com/office/officeart/2005/8/layout/process4"/>
    <dgm:cxn modelId="{B25B5552-D5C0-4D2F-BE4B-B65B256FA1FF}" type="presParOf" srcId="{C7D79A11-BAF9-4D9A-8D54-82D702C816E1}" destId="{92F9E301-D5DF-4048-BE59-F7676D64FDBB}" srcOrd="2" destOrd="0" presId="urn:microsoft.com/office/officeart/2005/8/layout/process4"/>
    <dgm:cxn modelId="{8F054C81-EFE0-4179-82B0-BAC7CFA09010}" type="presParOf" srcId="{92F9E301-D5DF-4048-BE59-F7676D64FDBB}" destId="{991E7D96-A0A3-48FE-B20E-3ED26FA0C338}" srcOrd="0" destOrd="0" presId="urn:microsoft.com/office/officeart/2005/8/layout/process4"/>
    <dgm:cxn modelId="{BF335B85-FB55-4AED-A4B8-159E52882EDB}" type="presParOf" srcId="{1484C530-36F6-4D0B-9C04-DB356D5E872C}" destId="{10DE17BC-B325-4E83-B76F-2DFE4A43273C}" srcOrd="1" destOrd="0" presId="urn:microsoft.com/office/officeart/2005/8/layout/process4"/>
    <dgm:cxn modelId="{F14F035F-1B94-41F0-A514-8DBEC9B70055}" type="presParOf" srcId="{1484C530-36F6-4D0B-9C04-DB356D5E872C}" destId="{44AE91EB-1C23-41EE-B5DC-E77FF69590AA}" srcOrd="2" destOrd="0" presId="urn:microsoft.com/office/officeart/2005/8/layout/process4"/>
    <dgm:cxn modelId="{D72A93AB-C98C-443C-A0D9-25D1BDEEAB6A}" type="presParOf" srcId="{44AE91EB-1C23-41EE-B5DC-E77FF69590AA}" destId="{51762031-9B44-4707-8A77-DE0A509AA6FA}" srcOrd="0" destOrd="0" presId="urn:microsoft.com/office/officeart/2005/8/layout/process4"/>
    <dgm:cxn modelId="{8C07EABE-47BD-48AC-80E0-9B2A886DDE32}" type="presParOf" srcId="{44AE91EB-1C23-41EE-B5DC-E77FF69590AA}" destId="{216D4A77-D9AB-4151-A724-7F6F1F881092}" srcOrd="1" destOrd="0" presId="urn:microsoft.com/office/officeart/2005/8/layout/process4"/>
    <dgm:cxn modelId="{BBEE93C5-B560-4762-9F70-CA8C521F6678}" type="presParOf" srcId="{44AE91EB-1C23-41EE-B5DC-E77FF69590AA}" destId="{676C1D94-4A50-4494-8F09-B91EC5D9F1FD}" srcOrd="2" destOrd="0" presId="urn:microsoft.com/office/officeart/2005/8/layout/process4"/>
    <dgm:cxn modelId="{44FDC261-C8C9-491B-8D47-4134730FED3B}" type="presParOf" srcId="{676C1D94-4A50-4494-8F09-B91EC5D9F1FD}" destId="{0BA674F4-B10D-43FF-BE2C-F9AD53A2182E}" srcOrd="0" destOrd="0" presId="urn:microsoft.com/office/officeart/2005/8/layout/process4"/>
    <dgm:cxn modelId="{2F7DEC01-ECB3-45ED-B7DD-2157E7B8CFBB}" type="presParOf" srcId="{1484C530-36F6-4D0B-9C04-DB356D5E872C}" destId="{310501DD-BEF6-4D89-96DD-325B421E45ED}" srcOrd="3" destOrd="0" presId="urn:microsoft.com/office/officeart/2005/8/layout/process4"/>
    <dgm:cxn modelId="{06F759C7-A109-4C40-8808-A16C6944FB85}" type="presParOf" srcId="{1484C530-36F6-4D0B-9C04-DB356D5E872C}" destId="{31F12D7D-356F-4389-8A28-4E976B861093}" srcOrd="4" destOrd="0" presId="urn:microsoft.com/office/officeart/2005/8/layout/process4"/>
    <dgm:cxn modelId="{E932F890-A422-4B65-85F9-A01A44E7ED4D}" type="presParOf" srcId="{31F12D7D-356F-4389-8A28-4E976B861093}" destId="{90370FCD-8EE0-43D7-8AAA-2C40382D5A9E}" srcOrd="0" destOrd="0" presId="urn:microsoft.com/office/officeart/2005/8/layout/process4"/>
    <dgm:cxn modelId="{643629BA-86C5-4642-B20B-050419EC87DE}" type="presParOf" srcId="{31F12D7D-356F-4389-8A28-4E976B861093}" destId="{DBEB1F3D-64B5-42CE-B24E-B0CBC41C0F95}" srcOrd="1" destOrd="0" presId="urn:microsoft.com/office/officeart/2005/8/layout/process4"/>
    <dgm:cxn modelId="{CBDF97F6-7F27-4484-BC9A-EEB1751D6BD3}" type="presParOf" srcId="{31F12D7D-356F-4389-8A28-4E976B861093}" destId="{D3C4FA3C-A53A-458D-B779-864BFB2ED9B7}" srcOrd="2" destOrd="0" presId="urn:microsoft.com/office/officeart/2005/8/layout/process4"/>
    <dgm:cxn modelId="{2B662456-8570-4FB7-9C97-6BE4D805E734}" type="presParOf" srcId="{D3C4FA3C-A53A-458D-B779-864BFB2ED9B7}" destId="{014C29F8-1657-4AD1-9059-39E445CA7AA6}" srcOrd="0" destOrd="0" presId="urn:microsoft.com/office/officeart/2005/8/layout/process4"/>
    <dgm:cxn modelId="{5DBF352F-120C-49B1-A7E9-C3391A40F2DD}" type="presParOf" srcId="{1484C530-36F6-4D0B-9C04-DB356D5E872C}" destId="{D732857A-4D00-41A9-BF9C-5BA4FDF7CB02}" srcOrd="5" destOrd="0" presId="urn:microsoft.com/office/officeart/2005/8/layout/process4"/>
    <dgm:cxn modelId="{A1242CA1-0F2D-4AC9-B258-A8241F27A089}" type="presParOf" srcId="{1484C530-36F6-4D0B-9C04-DB356D5E872C}" destId="{6966D695-6856-4259-A84B-501530203B01}" srcOrd="6" destOrd="0" presId="urn:microsoft.com/office/officeart/2005/8/layout/process4"/>
    <dgm:cxn modelId="{3FD7B7F7-8418-458D-B579-E7B14D784D5C}" type="presParOf" srcId="{6966D695-6856-4259-A84B-501530203B01}" destId="{BC6F2632-93BD-4655-9D66-F12AA4291012}" srcOrd="0" destOrd="0" presId="urn:microsoft.com/office/officeart/2005/8/layout/process4"/>
    <dgm:cxn modelId="{7BA24632-690D-4B77-AC23-D602831691DE}" type="presParOf" srcId="{6966D695-6856-4259-A84B-501530203B01}" destId="{61123FBD-99E2-4BE1-A3F4-22D8D922BA3B}" srcOrd="1" destOrd="0" presId="urn:microsoft.com/office/officeart/2005/8/layout/process4"/>
    <dgm:cxn modelId="{EC90F38B-6633-4373-8086-43A0E3A8C9F8}" type="presParOf" srcId="{6966D695-6856-4259-A84B-501530203B01}" destId="{90281F14-0FF2-452B-AB28-B63117340D59}" srcOrd="2" destOrd="0" presId="urn:microsoft.com/office/officeart/2005/8/layout/process4"/>
    <dgm:cxn modelId="{EB1A9FCA-D68C-4788-81B2-F082AA8800D8}" type="presParOf" srcId="{90281F14-0FF2-452B-AB28-B63117340D59}" destId="{457DC417-0BF0-48A3-9203-508E94D26AF2}" srcOrd="0" destOrd="0" presId="urn:microsoft.com/office/officeart/2005/8/layout/process4"/>
    <dgm:cxn modelId="{D8EB62E7-51F8-45DD-B515-1011A18EA1BA}" type="presParOf" srcId="{1484C530-36F6-4D0B-9C04-DB356D5E872C}" destId="{2C6EDA23-12E1-40E3-8E9F-5394659C48C6}" srcOrd="7" destOrd="0" presId="urn:microsoft.com/office/officeart/2005/8/layout/process4"/>
    <dgm:cxn modelId="{9BCD37D5-FE97-4846-97EB-C824C4B613AF}" type="presParOf" srcId="{1484C530-36F6-4D0B-9C04-DB356D5E872C}" destId="{EAB21279-D6FB-404B-89F8-EBB5C1DCFBC9}" srcOrd="8" destOrd="0" presId="urn:microsoft.com/office/officeart/2005/8/layout/process4"/>
    <dgm:cxn modelId="{95DD85FF-F32F-44F7-A0AA-3E63EFEAF695}" type="presParOf" srcId="{EAB21279-D6FB-404B-89F8-EBB5C1DCFBC9}" destId="{2A0D26EF-265F-4AFD-B02B-04038ED41394}" srcOrd="0" destOrd="0" presId="urn:microsoft.com/office/officeart/2005/8/layout/process4"/>
    <dgm:cxn modelId="{BCC53D0B-D9B6-43EB-96B4-7C92BDE67C8B}" type="presParOf" srcId="{EAB21279-D6FB-404B-89F8-EBB5C1DCFBC9}" destId="{7AE75FF4-AEE6-4994-88D6-7A91A0E2A18E}" srcOrd="1" destOrd="0" presId="urn:microsoft.com/office/officeart/2005/8/layout/process4"/>
    <dgm:cxn modelId="{7CAE88E4-8469-4375-8E34-617358B4EBF6}" type="presParOf" srcId="{EAB21279-D6FB-404B-89F8-EBB5C1DCFBC9}" destId="{9ABBEA90-3E3D-4C6D-9825-77A0750BF23E}" srcOrd="2" destOrd="0" presId="urn:microsoft.com/office/officeart/2005/8/layout/process4"/>
    <dgm:cxn modelId="{75646FF8-B6E1-4002-BE83-D0A46F91E20A}" type="presParOf" srcId="{9ABBEA90-3E3D-4C6D-9825-77A0750BF23E}" destId="{A8915849-8440-4A14-8FE2-54118519199B}" srcOrd="0" destOrd="0" presId="urn:microsoft.com/office/officeart/2005/8/layout/process4"/>
    <dgm:cxn modelId="{85CF4530-0C9D-476D-8C0D-67C157181D5C}" type="presParOf" srcId="{1484C530-36F6-4D0B-9C04-DB356D5E872C}" destId="{6FC6E2FF-BBD0-4B49-8F3E-1FA3596DE1CD}" srcOrd="9" destOrd="0" presId="urn:microsoft.com/office/officeart/2005/8/layout/process4"/>
    <dgm:cxn modelId="{3115DE8D-B34D-4247-B200-CD0141DEC30C}" type="presParOf" srcId="{1484C530-36F6-4D0B-9C04-DB356D5E872C}" destId="{72700A4F-FB27-4A0F-8F73-266719F15DE4}" srcOrd="10" destOrd="0" presId="urn:microsoft.com/office/officeart/2005/8/layout/process4"/>
    <dgm:cxn modelId="{74CED59D-B50A-47CD-9E69-88A51A42962A}" type="presParOf" srcId="{72700A4F-FB27-4A0F-8F73-266719F15DE4}" destId="{C8C7AC79-72DC-4F6C-AF26-67854B706873}" srcOrd="0" destOrd="0" presId="urn:microsoft.com/office/officeart/2005/8/layout/process4"/>
    <dgm:cxn modelId="{5FB97782-98A7-4390-9FDD-43D6FF12C633}" type="presParOf" srcId="{72700A4F-FB27-4A0F-8F73-266719F15DE4}" destId="{343905D6-0694-41FC-99BD-70EE6193E7DF}" srcOrd="1" destOrd="0" presId="urn:microsoft.com/office/officeart/2005/8/layout/process4"/>
    <dgm:cxn modelId="{46CAAFE0-47BA-467E-8DE5-5166078DCB33}" type="presParOf" srcId="{72700A4F-FB27-4A0F-8F73-266719F15DE4}" destId="{742FA6F6-AF96-44D0-9B81-F1975494DC6C}" srcOrd="2" destOrd="0" presId="urn:microsoft.com/office/officeart/2005/8/layout/process4"/>
    <dgm:cxn modelId="{77921840-38E5-422F-8A96-FF3B750D2A32}" type="presParOf" srcId="{742FA6F6-AF96-44D0-9B81-F1975494DC6C}" destId="{6C8DCDC7-52F0-4F24-8CFE-75C38B0FF25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C6AFCB-D1F6-49AD-881F-B1748B27BD72}" type="doc">
      <dgm:prSet loTypeId="urn:microsoft.com/office/officeart/2005/8/layout/list1" loCatId="list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zh-HK" altLang="en-US"/>
        </a:p>
      </dgm:t>
    </dgm:pt>
    <dgm:pt modelId="{1B59E30F-4DCB-4711-B23D-22A11C83B466}">
      <dgm:prSet phldrT="[Text]" custT="1"/>
      <dgm:spPr/>
      <dgm:t>
        <a:bodyPr/>
        <a:lstStyle/>
        <a:p>
          <a:pPr>
            <a:buNone/>
          </a:pPr>
          <a:r>
            <a:rPr lang="en-HK" sz="1400" b="1" dirty="0">
              <a:solidFill>
                <a:srgbClr val="C00000"/>
              </a:solidFill>
              <a:latin typeface="+mj-lt"/>
            </a:rPr>
            <a:t>(1) Demystify AI: </a:t>
          </a:r>
          <a:r>
            <a:rPr lang="en-US" altLang="zh-HK" sz="1400" b="0" dirty="0">
              <a:latin typeface="+mj-lt"/>
            </a:rPr>
            <a:t>Understand AI’s role in enabling modern finance and reporting.</a:t>
          </a:r>
          <a:endParaRPr lang="zh-HK" altLang="en-US" sz="1400" b="0" dirty="0">
            <a:latin typeface="+mj-lt"/>
          </a:endParaRPr>
        </a:p>
      </dgm:t>
    </dgm:pt>
    <dgm:pt modelId="{8B1D1498-330F-43E2-A540-8FAC3B4824DF}" type="parTrans" cxnId="{2E34C522-77DF-44CC-ABA2-9236A6A13B7B}">
      <dgm:prSet/>
      <dgm:spPr/>
      <dgm:t>
        <a:bodyPr/>
        <a:lstStyle/>
        <a:p>
          <a:endParaRPr lang="zh-HK" altLang="en-US"/>
        </a:p>
      </dgm:t>
    </dgm:pt>
    <dgm:pt modelId="{B5AFF065-B79B-425B-AF4E-624CFE76C6EB}" type="sibTrans" cxnId="{2E34C522-77DF-44CC-ABA2-9236A6A13B7B}">
      <dgm:prSet/>
      <dgm:spPr/>
      <dgm:t>
        <a:bodyPr/>
        <a:lstStyle/>
        <a:p>
          <a:endParaRPr lang="zh-HK" altLang="en-US"/>
        </a:p>
      </dgm:t>
    </dgm:pt>
    <dgm:pt modelId="{D53F7C20-767C-45FD-B9D5-E28DD880CBE2}">
      <dgm:prSet phldrT="[Text]" custT="1"/>
      <dgm:spPr/>
      <dgm:t>
        <a:bodyPr/>
        <a:lstStyle/>
        <a:p>
          <a:r>
            <a:rPr lang="en-US" altLang="en-US" sz="1400" b="1" dirty="0">
              <a:solidFill>
                <a:srgbClr val="C00000"/>
              </a:solidFill>
              <a:latin typeface="+mj-lt"/>
            </a:rPr>
            <a:t>(2) Accelerate Adoption</a:t>
          </a:r>
          <a:r>
            <a:rPr lang="en-US" altLang="en-US" sz="1400" dirty="0">
              <a:solidFill>
                <a:srgbClr val="C00000"/>
              </a:solidFill>
              <a:latin typeface="+mj-lt"/>
            </a:rPr>
            <a:t>: </a:t>
          </a:r>
          <a:r>
            <a:rPr lang="en-US" altLang="en-US" sz="1400" dirty="0">
              <a:latin typeface="+mj-lt"/>
            </a:rPr>
            <a:t>Learn practical Copilot use cases across Microsoft 365 tools.</a:t>
          </a:r>
          <a:endParaRPr lang="zh-HK" altLang="en-US" sz="1400" dirty="0">
            <a:latin typeface="+mj-lt"/>
          </a:endParaRPr>
        </a:p>
      </dgm:t>
    </dgm:pt>
    <dgm:pt modelId="{D2D89FA6-3CAF-40CA-BE31-9C5431E1EEA0}" type="parTrans" cxnId="{AC4E27FF-E032-48F5-BA90-32AF76737647}">
      <dgm:prSet/>
      <dgm:spPr/>
      <dgm:t>
        <a:bodyPr/>
        <a:lstStyle/>
        <a:p>
          <a:endParaRPr lang="zh-HK" altLang="en-US"/>
        </a:p>
      </dgm:t>
    </dgm:pt>
    <dgm:pt modelId="{13CD81DE-42CA-4F47-9C4A-83504ACA6FD1}" type="sibTrans" cxnId="{AC4E27FF-E032-48F5-BA90-32AF76737647}">
      <dgm:prSet/>
      <dgm:spPr/>
      <dgm:t>
        <a:bodyPr/>
        <a:lstStyle/>
        <a:p>
          <a:endParaRPr lang="zh-HK" altLang="en-US"/>
        </a:p>
      </dgm:t>
    </dgm:pt>
    <dgm:pt modelId="{05C2D033-B8B9-4A4C-9E6A-0132E069D90B}">
      <dgm:prSet phldrT="[Text]" custT="1"/>
      <dgm:spPr/>
      <dgm:t>
        <a:bodyPr/>
        <a:lstStyle/>
        <a:p>
          <a:r>
            <a:rPr lang="en-US" altLang="en-US" sz="1400" b="1" dirty="0">
              <a:solidFill>
                <a:srgbClr val="C00000"/>
              </a:solidFill>
              <a:latin typeface="+mj-lt"/>
            </a:rPr>
            <a:t>(3) Explore Next-Level AI</a:t>
          </a:r>
          <a:r>
            <a:rPr lang="en-US" altLang="en-US" sz="1400" dirty="0">
              <a:solidFill>
                <a:srgbClr val="C00000"/>
              </a:solidFill>
              <a:latin typeface="+mj-lt"/>
            </a:rPr>
            <a:t>: </a:t>
          </a:r>
          <a:r>
            <a:rPr lang="en-US" altLang="en-US" sz="1400" dirty="0">
              <a:latin typeface="+mj-lt"/>
            </a:rPr>
            <a:t>Discover chatbots to enhance user experience.</a:t>
          </a:r>
          <a:endParaRPr lang="zh-HK" altLang="en-US" sz="1400" dirty="0">
            <a:latin typeface="+mj-lt"/>
          </a:endParaRPr>
        </a:p>
      </dgm:t>
    </dgm:pt>
    <dgm:pt modelId="{D5C4FE85-639B-4495-993C-EDA95CE68AF0}" type="parTrans" cxnId="{B05FAE4F-0A00-4732-A1F8-5EF9867158DD}">
      <dgm:prSet/>
      <dgm:spPr/>
      <dgm:t>
        <a:bodyPr/>
        <a:lstStyle/>
        <a:p>
          <a:endParaRPr lang="zh-HK" altLang="en-US"/>
        </a:p>
      </dgm:t>
    </dgm:pt>
    <dgm:pt modelId="{FC638F34-C4E9-42E7-9E7C-46638B607AC9}" type="sibTrans" cxnId="{B05FAE4F-0A00-4732-A1F8-5EF9867158DD}">
      <dgm:prSet/>
      <dgm:spPr/>
      <dgm:t>
        <a:bodyPr/>
        <a:lstStyle/>
        <a:p>
          <a:endParaRPr lang="zh-HK" altLang="en-US"/>
        </a:p>
      </dgm:t>
    </dgm:pt>
    <dgm:pt modelId="{5B6688F6-EE60-435B-99A2-2B16A9C2DE7A}" type="pres">
      <dgm:prSet presAssocID="{BFC6AFCB-D1F6-49AD-881F-B1748B27BD72}" presName="linear" presStyleCnt="0">
        <dgm:presLayoutVars>
          <dgm:dir/>
          <dgm:animLvl val="lvl"/>
          <dgm:resizeHandles val="exact"/>
        </dgm:presLayoutVars>
      </dgm:prSet>
      <dgm:spPr/>
    </dgm:pt>
    <dgm:pt modelId="{C564C02A-2618-4B20-AAD2-59F27F14F0BB}" type="pres">
      <dgm:prSet presAssocID="{1B59E30F-4DCB-4711-B23D-22A11C83B466}" presName="parentLin" presStyleCnt="0"/>
      <dgm:spPr/>
    </dgm:pt>
    <dgm:pt modelId="{FE9D2AFF-CE0A-4762-A9C8-16BAFC725E93}" type="pres">
      <dgm:prSet presAssocID="{1B59E30F-4DCB-4711-B23D-22A11C83B466}" presName="parentLeftMargin" presStyleLbl="node1" presStyleIdx="0" presStyleCnt="3"/>
      <dgm:spPr/>
    </dgm:pt>
    <dgm:pt modelId="{6D43214D-1A17-40E6-80BB-1B8F3FBE4808}" type="pres">
      <dgm:prSet presAssocID="{1B59E30F-4DCB-4711-B23D-22A11C83B466}" presName="parentText" presStyleLbl="node1" presStyleIdx="0" presStyleCnt="3" custScaleX="122482">
        <dgm:presLayoutVars>
          <dgm:chMax val="0"/>
          <dgm:bulletEnabled val="1"/>
        </dgm:presLayoutVars>
      </dgm:prSet>
      <dgm:spPr/>
    </dgm:pt>
    <dgm:pt modelId="{7A11248D-A031-4504-8DB4-E6D7711F3C9E}" type="pres">
      <dgm:prSet presAssocID="{1B59E30F-4DCB-4711-B23D-22A11C83B466}" presName="negativeSpace" presStyleCnt="0"/>
      <dgm:spPr/>
    </dgm:pt>
    <dgm:pt modelId="{F884D108-01E2-4E09-A25C-8E5BCD358057}" type="pres">
      <dgm:prSet presAssocID="{1B59E30F-4DCB-4711-B23D-22A11C83B466}" presName="childText" presStyleLbl="conFgAcc1" presStyleIdx="0" presStyleCnt="3">
        <dgm:presLayoutVars>
          <dgm:bulletEnabled val="1"/>
        </dgm:presLayoutVars>
      </dgm:prSet>
      <dgm:spPr/>
    </dgm:pt>
    <dgm:pt modelId="{447416D2-043A-48A7-9888-9B32E5D83341}" type="pres">
      <dgm:prSet presAssocID="{B5AFF065-B79B-425B-AF4E-624CFE76C6EB}" presName="spaceBetweenRectangles" presStyleCnt="0"/>
      <dgm:spPr/>
    </dgm:pt>
    <dgm:pt modelId="{DDC84529-EE1C-4856-8E6B-B92E71CCF956}" type="pres">
      <dgm:prSet presAssocID="{D53F7C20-767C-45FD-B9D5-E28DD880CBE2}" presName="parentLin" presStyleCnt="0"/>
      <dgm:spPr/>
    </dgm:pt>
    <dgm:pt modelId="{8042C601-A594-4468-BCF1-7D722D292455}" type="pres">
      <dgm:prSet presAssocID="{D53F7C20-767C-45FD-B9D5-E28DD880CBE2}" presName="parentLeftMargin" presStyleLbl="node1" presStyleIdx="0" presStyleCnt="3"/>
      <dgm:spPr/>
    </dgm:pt>
    <dgm:pt modelId="{29345CAE-9E3C-4CB9-851C-8A886BB82059}" type="pres">
      <dgm:prSet presAssocID="{D53F7C20-767C-45FD-B9D5-E28DD880CBE2}" presName="parentText" presStyleLbl="node1" presStyleIdx="1" presStyleCnt="3" custScaleX="122482" custLinFactNeighborY="3956">
        <dgm:presLayoutVars>
          <dgm:chMax val="0"/>
          <dgm:bulletEnabled val="1"/>
        </dgm:presLayoutVars>
      </dgm:prSet>
      <dgm:spPr/>
    </dgm:pt>
    <dgm:pt modelId="{9048D89C-A49E-406A-81B3-BAE6DDED3DB1}" type="pres">
      <dgm:prSet presAssocID="{D53F7C20-767C-45FD-B9D5-E28DD880CBE2}" presName="negativeSpace" presStyleCnt="0"/>
      <dgm:spPr/>
    </dgm:pt>
    <dgm:pt modelId="{8AB95D70-4AE4-4196-B5C4-E15F239265CB}" type="pres">
      <dgm:prSet presAssocID="{D53F7C20-767C-45FD-B9D5-E28DD880CBE2}" presName="childText" presStyleLbl="conFgAcc1" presStyleIdx="1" presStyleCnt="3">
        <dgm:presLayoutVars>
          <dgm:bulletEnabled val="1"/>
        </dgm:presLayoutVars>
      </dgm:prSet>
      <dgm:spPr/>
    </dgm:pt>
    <dgm:pt modelId="{74E5C811-1AA9-44BA-B945-05EDBB9717BB}" type="pres">
      <dgm:prSet presAssocID="{13CD81DE-42CA-4F47-9C4A-83504ACA6FD1}" presName="spaceBetweenRectangles" presStyleCnt="0"/>
      <dgm:spPr/>
    </dgm:pt>
    <dgm:pt modelId="{C195C690-6D64-4FC7-90EF-9D4EBD890F6B}" type="pres">
      <dgm:prSet presAssocID="{05C2D033-B8B9-4A4C-9E6A-0132E069D90B}" presName="parentLin" presStyleCnt="0"/>
      <dgm:spPr/>
    </dgm:pt>
    <dgm:pt modelId="{F1ADC83D-D45C-477C-94F8-B9F6B6A924D0}" type="pres">
      <dgm:prSet presAssocID="{05C2D033-B8B9-4A4C-9E6A-0132E069D90B}" presName="parentLeftMargin" presStyleLbl="node1" presStyleIdx="1" presStyleCnt="3"/>
      <dgm:spPr/>
    </dgm:pt>
    <dgm:pt modelId="{D1437906-2453-41A5-B65F-B595E05EFE69}" type="pres">
      <dgm:prSet presAssocID="{05C2D033-B8B9-4A4C-9E6A-0132E069D90B}" presName="parentText" presStyleLbl="node1" presStyleIdx="2" presStyleCnt="3" custScaleX="122482">
        <dgm:presLayoutVars>
          <dgm:chMax val="0"/>
          <dgm:bulletEnabled val="1"/>
        </dgm:presLayoutVars>
      </dgm:prSet>
      <dgm:spPr/>
    </dgm:pt>
    <dgm:pt modelId="{97FBE168-5C2F-45D8-9240-D5FFBF6B909A}" type="pres">
      <dgm:prSet presAssocID="{05C2D033-B8B9-4A4C-9E6A-0132E069D90B}" presName="negativeSpace" presStyleCnt="0"/>
      <dgm:spPr/>
    </dgm:pt>
    <dgm:pt modelId="{6C44885D-B104-49A0-B9FB-69C423AF233E}" type="pres">
      <dgm:prSet presAssocID="{05C2D033-B8B9-4A4C-9E6A-0132E069D90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E34C522-77DF-44CC-ABA2-9236A6A13B7B}" srcId="{BFC6AFCB-D1F6-49AD-881F-B1748B27BD72}" destId="{1B59E30F-4DCB-4711-B23D-22A11C83B466}" srcOrd="0" destOrd="0" parTransId="{8B1D1498-330F-43E2-A540-8FAC3B4824DF}" sibTransId="{B5AFF065-B79B-425B-AF4E-624CFE76C6EB}"/>
    <dgm:cxn modelId="{BEAAB266-B7F8-4201-8533-E3115B585FA6}" type="presOf" srcId="{05C2D033-B8B9-4A4C-9E6A-0132E069D90B}" destId="{F1ADC83D-D45C-477C-94F8-B9F6B6A924D0}" srcOrd="0" destOrd="0" presId="urn:microsoft.com/office/officeart/2005/8/layout/list1"/>
    <dgm:cxn modelId="{E2F5174F-3932-4D88-8518-3700377A03CC}" type="presOf" srcId="{05C2D033-B8B9-4A4C-9E6A-0132E069D90B}" destId="{D1437906-2453-41A5-B65F-B595E05EFE69}" srcOrd="1" destOrd="0" presId="urn:microsoft.com/office/officeart/2005/8/layout/list1"/>
    <dgm:cxn modelId="{B05FAE4F-0A00-4732-A1F8-5EF9867158DD}" srcId="{BFC6AFCB-D1F6-49AD-881F-B1748B27BD72}" destId="{05C2D033-B8B9-4A4C-9E6A-0132E069D90B}" srcOrd="2" destOrd="0" parTransId="{D5C4FE85-639B-4495-993C-EDA95CE68AF0}" sibTransId="{FC638F34-C4E9-42E7-9E7C-46638B607AC9}"/>
    <dgm:cxn modelId="{B52C3D72-EBA7-487F-9EAC-99C8D10AF9CD}" type="presOf" srcId="{D53F7C20-767C-45FD-B9D5-E28DD880CBE2}" destId="{8042C601-A594-4468-BCF1-7D722D292455}" srcOrd="0" destOrd="0" presId="urn:microsoft.com/office/officeart/2005/8/layout/list1"/>
    <dgm:cxn modelId="{D1F6F195-CDA7-4EBD-BEB3-390946EE65B3}" type="presOf" srcId="{BFC6AFCB-D1F6-49AD-881F-B1748B27BD72}" destId="{5B6688F6-EE60-435B-99A2-2B16A9C2DE7A}" srcOrd="0" destOrd="0" presId="urn:microsoft.com/office/officeart/2005/8/layout/list1"/>
    <dgm:cxn modelId="{5EE72BA4-8A4E-4C1C-A826-796597A92FEE}" type="presOf" srcId="{1B59E30F-4DCB-4711-B23D-22A11C83B466}" destId="{6D43214D-1A17-40E6-80BB-1B8F3FBE4808}" srcOrd="1" destOrd="0" presId="urn:microsoft.com/office/officeart/2005/8/layout/list1"/>
    <dgm:cxn modelId="{D97CCAC0-8450-4A73-ABE7-2BA3ADA254D8}" type="presOf" srcId="{1B59E30F-4DCB-4711-B23D-22A11C83B466}" destId="{FE9D2AFF-CE0A-4762-A9C8-16BAFC725E93}" srcOrd="0" destOrd="0" presId="urn:microsoft.com/office/officeart/2005/8/layout/list1"/>
    <dgm:cxn modelId="{332EE3C1-6414-4E59-85EF-3F42474D7214}" type="presOf" srcId="{D53F7C20-767C-45FD-B9D5-E28DD880CBE2}" destId="{29345CAE-9E3C-4CB9-851C-8A886BB82059}" srcOrd="1" destOrd="0" presId="urn:microsoft.com/office/officeart/2005/8/layout/list1"/>
    <dgm:cxn modelId="{AC4E27FF-E032-48F5-BA90-32AF76737647}" srcId="{BFC6AFCB-D1F6-49AD-881F-B1748B27BD72}" destId="{D53F7C20-767C-45FD-B9D5-E28DD880CBE2}" srcOrd="1" destOrd="0" parTransId="{D2D89FA6-3CAF-40CA-BE31-9C5431E1EEA0}" sibTransId="{13CD81DE-42CA-4F47-9C4A-83504ACA6FD1}"/>
    <dgm:cxn modelId="{21A11840-275C-43A4-A470-44908AB7BC4C}" type="presParOf" srcId="{5B6688F6-EE60-435B-99A2-2B16A9C2DE7A}" destId="{C564C02A-2618-4B20-AAD2-59F27F14F0BB}" srcOrd="0" destOrd="0" presId="urn:microsoft.com/office/officeart/2005/8/layout/list1"/>
    <dgm:cxn modelId="{CF682455-F505-4698-B835-BF3F237C9B92}" type="presParOf" srcId="{C564C02A-2618-4B20-AAD2-59F27F14F0BB}" destId="{FE9D2AFF-CE0A-4762-A9C8-16BAFC725E93}" srcOrd="0" destOrd="0" presId="urn:microsoft.com/office/officeart/2005/8/layout/list1"/>
    <dgm:cxn modelId="{B151965E-0AC9-4908-9DAD-CB0713DACF18}" type="presParOf" srcId="{C564C02A-2618-4B20-AAD2-59F27F14F0BB}" destId="{6D43214D-1A17-40E6-80BB-1B8F3FBE4808}" srcOrd="1" destOrd="0" presId="urn:microsoft.com/office/officeart/2005/8/layout/list1"/>
    <dgm:cxn modelId="{CB13CC71-6D3E-448E-8DF1-F18144DEA746}" type="presParOf" srcId="{5B6688F6-EE60-435B-99A2-2B16A9C2DE7A}" destId="{7A11248D-A031-4504-8DB4-E6D7711F3C9E}" srcOrd="1" destOrd="0" presId="urn:microsoft.com/office/officeart/2005/8/layout/list1"/>
    <dgm:cxn modelId="{009DB61A-7180-48DE-8E79-F8ADC54CC79D}" type="presParOf" srcId="{5B6688F6-EE60-435B-99A2-2B16A9C2DE7A}" destId="{F884D108-01E2-4E09-A25C-8E5BCD358057}" srcOrd="2" destOrd="0" presId="urn:microsoft.com/office/officeart/2005/8/layout/list1"/>
    <dgm:cxn modelId="{B3930565-1D73-4F58-9BBA-9F7940ACA35C}" type="presParOf" srcId="{5B6688F6-EE60-435B-99A2-2B16A9C2DE7A}" destId="{447416D2-043A-48A7-9888-9B32E5D83341}" srcOrd="3" destOrd="0" presId="urn:microsoft.com/office/officeart/2005/8/layout/list1"/>
    <dgm:cxn modelId="{7D82AF9A-9C5A-4A3D-8F38-B8EA0073D1BA}" type="presParOf" srcId="{5B6688F6-EE60-435B-99A2-2B16A9C2DE7A}" destId="{DDC84529-EE1C-4856-8E6B-B92E71CCF956}" srcOrd="4" destOrd="0" presId="urn:microsoft.com/office/officeart/2005/8/layout/list1"/>
    <dgm:cxn modelId="{1FCD42BF-0C63-44F8-B606-1C97B4634F05}" type="presParOf" srcId="{DDC84529-EE1C-4856-8E6B-B92E71CCF956}" destId="{8042C601-A594-4468-BCF1-7D722D292455}" srcOrd="0" destOrd="0" presId="urn:microsoft.com/office/officeart/2005/8/layout/list1"/>
    <dgm:cxn modelId="{52C251E0-F67E-49FB-A6D8-E49B0DFA3428}" type="presParOf" srcId="{DDC84529-EE1C-4856-8E6B-B92E71CCF956}" destId="{29345CAE-9E3C-4CB9-851C-8A886BB82059}" srcOrd="1" destOrd="0" presId="urn:microsoft.com/office/officeart/2005/8/layout/list1"/>
    <dgm:cxn modelId="{476B5871-6A43-46C2-ADD9-57A7ABED1EB3}" type="presParOf" srcId="{5B6688F6-EE60-435B-99A2-2B16A9C2DE7A}" destId="{9048D89C-A49E-406A-81B3-BAE6DDED3DB1}" srcOrd="5" destOrd="0" presId="urn:microsoft.com/office/officeart/2005/8/layout/list1"/>
    <dgm:cxn modelId="{9AE73B29-B925-4B94-8F5C-0F9EBB91E729}" type="presParOf" srcId="{5B6688F6-EE60-435B-99A2-2B16A9C2DE7A}" destId="{8AB95D70-4AE4-4196-B5C4-E15F239265CB}" srcOrd="6" destOrd="0" presId="urn:microsoft.com/office/officeart/2005/8/layout/list1"/>
    <dgm:cxn modelId="{F3B49291-55D2-45B8-A821-2AEE3C5AD652}" type="presParOf" srcId="{5B6688F6-EE60-435B-99A2-2B16A9C2DE7A}" destId="{74E5C811-1AA9-44BA-B945-05EDBB9717BB}" srcOrd="7" destOrd="0" presId="urn:microsoft.com/office/officeart/2005/8/layout/list1"/>
    <dgm:cxn modelId="{E0E95979-1FA5-4723-81A5-501A7C22BBD2}" type="presParOf" srcId="{5B6688F6-EE60-435B-99A2-2B16A9C2DE7A}" destId="{C195C690-6D64-4FC7-90EF-9D4EBD890F6B}" srcOrd="8" destOrd="0" presId="urn:microsoft.com/office/officeart/2005/8/layout/list1"/>
    <dgm:cxn modelId="{C89172A6-D6B9-4A7E-ACC3-26D37702B052}" type="presParOf" srcId="{C195C690-6D64-4FC7-90EF-9D4EBD890F6B}" destId="{F1ADC83D-D45C-477C-94F8-B9F6B6A924D0}" srcOrd="0" destOrd="0" presId="urn:microsoft.com/office/officeart/2005/8/layout/list1"/>
    <dgm:cxn modelId="{03120F44-4D38-4918-BEFC-545141F48C73}" type="presParOf" srcId="{C195C690-6D64-4FC7-90EF-9D4EBD890F6B}" destId="{D1437906-2453-41A5-B65F-B595E05EFE69}" srcOrd="1" destOrd="0" presId="urn:microsoft.com/office/officeart/2005/8/layout/list1"/>
    <dgm:cxn modelId="{75E117FB-114F-4ABE-9DF4-17CEE79FD195}" type="presParOf" srcId="{5B6688F6-EE60-435B-99A2-2B16A9C2DE7A}" destId="{97FBE168-5C2F-45D8-9240-D5FFBF6B909A}" srcOrd="9" destOrd="0" presId="urn:microsoft.com/office/officeart/2005/8/layout/list1"/>
    <dgm:cxn modelId="{2335E0A8-EED7-41CC-B227-B29DC1FA42A2}" type="presParOf" srcId="{5B6688F6-EE60-435B-99A2-2B16A9C2DE7A}" destId="{6C44885D-B104-49A0-B9FB-69C423AF233E}" srcOrd="10" destOrd="0" presId="urn:microsoft.com/office/officeart/2005/8/layout/list1"/>
  </dgm:cxnLst>
  <dgm:bg>
    <a:effectLst>
      <a:outerShdw blurRad="50800" dist="38100" dir="2700000" algn="tl" rotWithShape="0">
        <a:prstClr val="black">
          <a:alpha val="4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2CE2DE-EEAC-4B39-B59A-AE55B004725C}">
      <dsp:nvSpPr>
        <dsp:cNvPr id="0" name=""/>
        <dsp:cNvSpPr/>
      </dsp:nvSpPr>
      <dsp:spPr>
        <a:xfrm>
          <a:off x="0" y="5285597"/>
          <a:ext cx="8059451" cy="6937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altLang="zh-HK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SemiBold" panose="00000700000000000000" pitchFamily="2" charset="0"/>
              <a:cs typeface="Poppins SemiBold" panose="00000700000000000000" pitchFamily="2" charset="0"/>
            </a:rPr>
            <a:t>6. Open Discussion: Q&amp;A</a:t>
          </a:r>
          <a:endParaRPr lang="zh-HK" altLang="en-US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Poppins SemiBold" panose="00000700000000000000" pitchFamily="2" charset="0"/>
            <a:cs typeface="Poppins SemiBold" panose="00000700000000000000" pitchFamily="2" charset="0"/>
          </a:endParaRPr>
        </a:p>
      </dsp:txBody>
      <dsp:txXfrm>
        <a:off x="0" y="5285597"/>
        <a:ext cx="8059451" cy="374615"/>
      </dsp:txXfrm>
    </dsp:sp>
    <dsp:sp modelId="{991E7D96-A0A3-48FE-B20E-3ED26FA0C338}">
      <dsp:nvSpPr>
        <dsp:cNvPr id="0" name=""/>
        <dsp:cNvSpPr/>
      </dsp:nvSpPr>
      <dsp:spPr>
        <a:xfrm>
          <a:off x="0" y="5646338"/>
          <a:ext cx="8059451" cy="319116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 dirty="0">
              <a:latin typeface="+mj-lt"/>
            </a:rPr>
            <a:t>Questions, reflections, and ideation on how to apply Copilot in daily work.</a:t>
          </a:r>
          <a:endParaRPr lang="zh-HK" altLang="en-US" sz="1400" b="1" i="1" kern="1200" dirty="0">
            <a:latin typeface="+mj-lt"/>
            <a:cs typeface="Poppins SemiBold" panose="00000700000000000000" pitchFamily="2" charset="0"/>
          </a:endParaRPr>
        </a:p>
      </dsp:txBody>
      <dsp:txXfrm>
        <a:off x="0" y="5646338"/>
        <a:ext cx="8059451" cy="319116"/>
      </dsp:txXfrm>
    </dsp:sp>
    <dsp:sp modelId="{216D4A77-D9AB-4151-A724-7F6F1F881092}">
      <dsp:nvSpPr>
        <dsp:cNvPr id="0" name=""/>
        <dsp:cNvSpPr/>
      </dsp:nvSpPr>
      <dsp:spPr>
        <a:xfrm rot="10800000">
          <a:off x="0" y="4229043"/>
          <a:ext cx="8059451" cy="1066959"/>
        </a:xfrm>
        <a:prstGeom prst="upArrowCallout">
          <a:avLst/>
        </a:prstGeom>
        <a:solidFill>
          <a:schemeClr val="accent3">
            <a:hueOff val="-1159958"/>
            <a:satOff val="-9501"/>
            <a:lumOff val="-11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altLang="zh-HK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SemiBold" panose="00000700000000000000" pitchFamily="2" charset="0"/>
              <a:cs typeface="Poppins SemiBold" panose="00000700000000000000" pitchFamily="2" charset="0"/>
            </a:rPr>
            <a:t>5. </a:t>
          </a:r>
          <a:r>
            <a:rPr 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SemiBold" panose="00000700000000000000" pitchFamily="2" charset="0"/>
              <a:cs typeface="Poppins SemiBold" panose="00000700000000000000" pitchFamily="2" charset="0"/>
            </a:rPr>
            <a:t>The Future: Building Your Chatbot</a:t>
          </a:r>
          <a:endParaRPr lang="zh-HK" altLang="en-US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Poppins SemiBold" panose="00000700000000000000" pitchFamily="2" charset="0"/>
            <a:cs typeface="Poppins SemiBold" panose="00000700000000000000" pitchFamily="2" charset="0"/>
          </a:endParaRPr>
        </a:p>
      </dsp:txBody>
      <dsp:txXfrm rot="-10800000">
        <a:off x="0" y="4229043"/>
        <a:ext cx="8059451" cy="374502"/>
      </dsp:txXfrm>
    </dsp:sp>
    <dsp:sp modelId="{0BA674F4-B10D-43FF-BE2C-F9AD53A2182E}">
      <dsp:nvSpPr>
        <dsp:cNvPr id="0" name=""/>
        <dsp:cNvSpPr/>
      </dsp:nvSpPr>
      <dsp:spPr>
        <a:xfrm>
          <a:off x="0" y="4603546"/>
          <a:ext cx="8059451" cy="319020"/>
        </a:xfrm>
        <a:prstGeom prst="rect">
          <a:avLst/>
        </a:prstGeom>
        <a:solidFill>
          <a:schemeClr val="accent3">
            <a:tint val="40000"/>
            <a:alpha val="90000"/>
            <a:hueOff val="-1104134"/>
            <a:satOff val="-14202"/>
            <a:lumOff val="-2604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-1104134"/>
              <a:satOff val="-14202"/>
              <a:lumOff val="-26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400" i="1" kern="1200" dirty="0">
              <a:latin typeface="+mj-lt"/>
            </a:rPr>
            <a:t>A teaser on how to start considering an EX-focused chatbot.</a:t>
          </a:r>
          <a:endParaRPr lang="zh-HK" altLang="en-US" sz="1400" i="1" kern="1200" dirty="0">
            <a:latin typeface="+mj-lt"/>
          </a:endParaRPr>
        </a:p>
      </dsp:txBody>
      <dsp:txXfrm>
        <a:off x="0" y="4603546"/>
        <a:ext cx="8059451" cy="319020"/>
      </dsp:txXfrm>
    </dsp:sp>
    <dsp:sp modelId="{DBEB1F3D-64B5-42CE-B24E-B0CBC41C0F95}">
      <dsp:nvSpPr>
        <dsp:cNvPr id="0" name=""/>
        <dsp:cNvSpPr/>
      </dsp:nvSpPr>
      <dsp:spPr>
        <a:xfrm rot="10800000">
          <a:off x="0" y="3172490"/>
          <a:ext cx="8059451" cy="1066959"/>
        </a:xfrm>
        <a:prstGeom prst="upArrowCallout">
          <a:avLst/>
        </a:prstGeom>
        <a:solidFill>
          <a:schemeClr val="accent3">
            <a:hueOff val="-2319916"/>
            <a:satOff val="-19002"/>
            <a:lumOff val="-23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altLang="zh-HK" sz="1600" b="1" kern="1200" dirty="0">
              <a:latin typeface="Poppins SemiBold" panose="00000700000000000000" pitchFamily="2" charset="0"/>
              <a:cs typeface="Poppins SemiBold" panose="00000700000000000000" pitchFamily="2" charset="0"/>
            </a:rPr>
            <a:t>4. Recap: Key Techniques &amp; Pre-requisites</a:t>
          </a:r>
          <a:endParaRPr lang="zh-HK" altLang="en-US" sz="1600" b="1" kern="1200" dirty="0">
            <a:latin typeface="Poppins SemiBold" panose="00000700000000000000" pitchFamily="2" charset="0"/>
            <a:cs typeface="Poppins SemiBold" panose="00000700000000000000" pitchFamily="2" charset="0"/>
          </a:endParaRPr>
        </a:p>
      </dsp:txBody>
      <dsp:txXfrm rot="-10800000">
        <a:off x="0" y="3172490"/>
        <a:ext cx="8059451" cy="374502"/>
      </dsp:txXfrm>
    </dsp:sp>
    <dsp:sp modelId="{014C29F8-1657-4AD1-9059-39E445CA7AA6}">
      <dsp:nvSpPr>
        <dsp:cNvPr id="0" name=""/>
        <dsp:cNvSpPr/>
      </dsp:nvSpPr>
      <dsp:spPr>
        <a:xfrm>
          <a:off x="0" y="3546993"/>
          <a:ext cx="8059451" cy="319020"/>
        </a:xfrm>
        <a:prstGeom prst="rect">
          <a:avLst/>
        </a:prstGeom>
        <a:solidFill>
          <a:schemeClr val="accent3">
            <a:tint val="40000"/>
            <a:alpha val="90000"/>
            <a:hueOff val="-2208267"/>
            <a:satOff val="-28403"/>
            <a:lumOff val="-5208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-2208267"/>
              <a:satOff val="-28403"/>
              <a:lumOff val="-52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400" i="1" kern="1200" dirty="0">
              <a:latin typeface="+mj-lt"/>
            </a:rPr>
            <a:t>How to use Copilot effectively: data readiness, error detection, prompt engineering.</a:t>
          </a:r>
          <a:endParaRPr lang="zh-HK" altLang="en-US" sz="1400" i="1" kern="1200" dirty="0">
            <a:latin typeface="+mj-lt"/>
          </a:endParaRPr>
        </a:p>
      </dsp:txBody>
      <dsp:txXfrm>
        <a:off x="0" y="3546993"/>
        <a:ext cx="8059451" cy="319020"/>
      </dsp:txXfrm>
    </dsp:sp>
    <dsp:sp modelId="{61123FBD-99E2-4BE1-A3F4-22D8D922BA3B}">
      <dsp:nvSpPr>
        <dsp:cNvPr id="0" name=""/>
        <dsp:cNvSpPr/>
      </dsp:nvSpPr>
      <dsp:spPr>
        <a:xfrm rot="10800000">
          <a:off x="0" y="2115936"/>
          <a:ext cx="8059451" cy="1066959"/>
        </a:xfrm>
        <a:prstGeom prst="upArrowCallout">
          <a:avLst/>
        </a:prstGeom>
        <a:solidFill>
          <a:schemeClr val="accent3">
            <a:hueOff val="-3479875"/>
            <a:satOff val="-28504"/>
            <a:lumOff val="-3541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altLang="zh-HK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SemiBold" panose="00000700000000000000" pitchFamily="2" charset="0"/>
              <a:cs typeface="Poppins SemiBold" panose="00000700000000000000" pitchFamily="2" charset="0"/>
            </a:rPr>
            <a:t>3. </a:t>
          </a:r>
          <a:r>
            <a:rPr lang="en-US" altLang="zh-HK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SemiBold" panose="00000700000000000000" pitchFamily="2" charset="0"/>
              <a:cs typeface="Poppins SemiBold" panose="00000700000000000000" pitchFamily="2" charset="0"/>
            </a:rPr>
            <a:t>Use Case Sharing: Connecting the dots</a:t>
          </a:r>
          <a:endParaRPr lang="zh-HK" altLang="en-US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Poppins SemiBold" panose="00000700000000000000" pitchFamily="2" charset="0"/>
            <a:cs typeface="Poppins SemiBold" panose="00000700000000000000" pitchFamily="2" charset="0"/>
          </a:endParaRPr>
        </a:p>
      </dsp:txBody>
      <dsp:txXfrm rot="-10800000">
        <a:off x="0" y="2115936"/>
        <a:ext cx="8059451" cy="374502"/>
      </dsp:txXfrm>
    </dsp:sp>
    <dsp:sp modelId="{457DC417-0BF0-48A3-9203-508E94D26AF2}">
      <dsp:nvSpPr>
        <dsp:cNvPr id="0" name=""/>
        <dsp:cNvSpPr/>
      </dsp:nvSpPr>
      <dsp:spPr>
        <a:xfrm>
          <a:off x="0" y="2490439"/>
          <a:ext cx="8059451" cy="319020"/>
        </a:xfrm>
        <a:prstGeom prst="rect">
          <a:avLst/>
        </a:prstGeom>
        <a:solidFill>
          <a:schemeClr val="accent3">
            <a:tint val="40000"/>
            <a:alpha val="90000"/>
            <a:hueOff val="-3312401"/>
            <a:satOff val="-42605"/>
            <a:lumOff val="-7812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-3312401"/>
              <a:satOff val="-42605"/>
              <a:lumOff val="-78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 dirty="0">
              <a:latin typeface="+mj-lt"/>
            </a:rPr>
            <a:t>Examples of how Copilot links tasks and unlocks company knowledge.</a:t>
          </a:r>
          <a:endParaRPr lang="zh-HK" altLang="en-US" sz="1400" b="1" kern="1200" dirty="0">
            <a:latin typeface="+mj-lt"/>
            <a:cs typeface="Poppins SemiBold" panose="00000700000000000000" pitchFamily="2" charset="0"/>
          </a:endParaRPr>
        </a:p>
      </dsp:txBody>
      <dsp:txXfrm>
        <a:off x="0" y="2490439"/>
        <a:ext cx="8059451" cy="319020"/>
      </dsp:txXfrm>
    </dsp:sp>
    <dsp:sp modelId="{7AE75FF4-AEE6-4994-88D6-7A91A0E2A18E}">
      <dsp:nvSpPr>
        <dsp:cNvPr id="0" name=""/>
        <dsp:cNvSpPr/>
      </dsp:nvSpPr>
      <dsp:spPr>
        <a:xfrm rot="10800000">
          <a:off x="0" y="1059383"/>
          <a:ext cx="8059451" cy="1066959"/>
        </a:xfrm>
        <a:prstGeom prst="upArrowCallout">
          <a:avLst/>
        </a:prstGeom>
        <a:solidFill>
          <a:schemeClr val="accent3">
            <a:hueOff val="-4639833"/>
            <a:satOff val="-38005"/>
            <a:lumOff val="-472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altLang="zh-HK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SemiBold" panose="00000700000000000000" pitchFamily="2" charset="0"/>
              <a:cs typeface="Poppins SemiBold" panose="00000700000000000000" pitchFamily="2" charset="0"/>
            </a:rPr>
            <a:t>2. </a:t>
          </a:r>
          <a:r>
            <a:rPr lang="en-US" altLang="zh-HK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SemiBold" panose="00000700000000000000" pitchFamily="2" charset="0"/>
              <a:cs typeface="Poppins SemiBold" panose="00000700000000000000" pitchFamily="2" charset="0"/>
            </a:rPr>
            <a:t>Overview of Microsoft Copilot Capabilities</a:t>
          </a:r>
          <a:endParaRPr lang="zh-HK" altLang="en-US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Poppins SemiBold" panose="00000700000000000000" pitchFamily="2" charset="0"/>
            <a:cs typeface="Poppins SemiBold" panose="00000700000000000000" pitchFamily="2" charset="0"/>
          </a:endParaRPr>
        </a:p>
      </dsp:txBody>
      <dsp:txXfrm rot="-10800000">
        <a:off x="0" y="1059383"/>
        <a:ext cx="8059451" cy="374502"/>
      </dsp:txXfrm>
    </dsp:sp>
    <dsp:sp modelId="{A8915849-8440-4A14-8FE2-54118519199B}">
      <dsp:nvSpPr>
        <dsp:cNvPr id="0" name=""/>
        <dsp:cNvSpPr/>
      </dsp:nvSpPr>
      <dsp:spPr>
        <a:xfrm>
          <a:off x="0" y="1433886"/>
          <a:ext cx="8059451" cy="319020"/>
        </a:xfrm>
        <a:prstGeom prst="rect">
          <a:avLst/>
        </a:prstGeom>
        <a:solidFill>
          <a:schemeClr val="accent3">
            <a:tint val="40000"/>
            <a:alpha val="90000"/>
            <a:hueOff val="-4416534"/>
            <a:satOff val="-56806"/>
            <a:lumOff val="-10416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-4416534"/>
              <a:satOff val="-56806"/>
              <a:lumOff val="-104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 dirty="0">
              <a:latin typeface="+mj-lt"/>
            </a:rPr>
            <a:t>What Copilot can do across apps: Word, Excel, Outlook, and Teams.</a:t>
          </a:r>
          <a:endParaRPr lang="zh-HK" altLang="en-US" sz="1400" b="1" kern="1200" dirty="0">
            <a:latin typeface="+mj-lt"/>
            <a:cs typeface="Poppins SemiBold" panose="00000700000000000000" pitchFamily="2" charset="0"/>
          </a:endParaRPr>
        </a:p>
      </dsp:txBody>
      <dsp:txXfrm>
        <a:off x="0" y="1433886"/>
        <a:ext cx="8059451" cy="319020"/>
      </dsp:txXfrm>
    </dsp:sp>
    <dsp:sp modelId="{343905D6-0694-41FC-99BD-70EE6193E7DF}">
      <dsp:nvSpPr>
        <dsp:cNvPr id="0" name=""/>
        <dsp:cNvSpPr/>
      </dsp:nvSpPr>
      <dsp:spPr>
        <a:xfrm rot="10800000">
          <a:off x="0" y="2829"/>
          <a:ext cx="8059451" cy="1066959"/>
        </a:xfrm>
        <a:prstGeom prst="upArrowCallout">
          <a:avLst/>
        </a:prstGeom>
        <a:solidFill>
          <a:schemeClr val="accent3">
            <a:hueOff val="-5799791"/>
            <a:satOff val="-47506"/>
            <a:lumOff val="-590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altLang="zh-HK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SemiBold" panose="00000700000000000000" pitchFamily="2" charset="0"/>
              <a:cs typeface="Poppins SemiBold" panose="00000700000000000000" pitchFamily="2" charset="0"/>
            </a:rPr>
            <a:t>1. </a:t>
          </a:r>
          <a:r>
            <a:rPr lang="en-HK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SemiBold" panose="00000700000000000000" pitchFamily="2" charset="0"/>
              <a:cs typeface="Poppins SemiBold" panose="00000700000000000000" pitchFamily="2" charset="0"/>
            </a:rPr>
            <a:t>Welcome &amp; Objectives</a:t>
          </a:r>
          <a:endParaRPr lang="zh-HK" altLang="en-US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Poppins SemiBold" panose="00000700000000000000" pitchFamily="2" charset="0"/>
            <a:cs typeface="Poppins SemiBold" panose="00000700000000000000" pitchFamily="2" charset="0"/>
          </a:endParaRPr>
        </a:p>
      </dsp:txBody>
      <dsp:txXfrm rot="-10800000">
        <a:off x="0" y="2829"/>
        <a:ext cx="8059451" cy="374502"/>
      </dsp:txXfrm>
    </dsp:sp>
    <dsp:sp modelId="{6C8DCDC7-52F0-4F24-8CFE-75C38B0FF25D}">
      <dsp:nvSpPr>
        <dsp:cNvPr id="0" name=""/>
        <dsp:cNvSpPr/>
      </dsp:nvSpPr>
      <dsp:spPr>
        <a:xfrm>
          <a:off x="0" y="377332"/>
          <a:ext cx="8059451" cy="319020"/>
        </a:xfrm>
        <a:prstGeom prst="rect">
          <a:avLst/>
        </a:prstGeom>
        <a:solidFill>
          <a:schemeClr val="accent3">
            <a:tint val="40000"/>
            <a:alpha val="90000"/>
            <a:hueOff val="-5520667"/>
            <a:satOff val="-71008"/>
            <a:lumOff val="-1302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-5520667"/>
              <a:satOff val="-71008"/>
              <a:lumOff val="-1302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 dirty="0">
              <a:latin typeface="+mj-lt"/>
            </a:rPr>
            <a:t>Quick intro and training goals.</a:t>
          </a:r>
          <a:endParaRPr lang="zh-HK" altLang="en-US" sz="1400" b="1" kern="1200" dirty="0">
            <a:latin typeface="Poppins SemiBold" panose="00000700000000000000" pitchFamily="2" charset="0"/>
            <a:cs typeface="Poppins SemiBold" panose="00000700000000000000" pitchFamily="2" charset="0"/>
          </a:endParaRPr>
        </a:p>
      </dsp:txBody>
      <dsp:txXfrm>
        <a:off x="0" y="377332"/>
        <a:ext cx="8059451" cy="3190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84D108-01E2-4E09-A25C-8E5BCD358057}">
      <dsp:nvSpPr>
        <dsp:cNvPr id="0" name=""/>
        <dsp:cNvSpPr/>
      </dsp:nvSpPr>
      <dsp:spPr>
        <a:xfrm>
          <a:off x="0" y="480767"/>
          <a:ext cx="6391357" cy="80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43214D-1A17-40E6-80BB-1B8F3FBE4808}">
      <dsp:nvSpPr>
        <dsp:cNvPr id="0" name=""/>
        <dsp:cNvSpPr/>
      </dsp:nvSpPr>
      <dsp:spPr>
        <a:xfrm>
          <a:off x="319567" y="8447"/>
          <a:ext cx="5479783" cy="9446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9105" tIns="0" rIns="169105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400" b="1" kern="1200" dirty="0">
              <a:solidFill>
                <a:srgbClr val="C00000"/>
              </a:solidFill>
              <a:latin typeface="+mj-lt"/>
            </a:rPr>
            <a:t>(1) Demystify AI: </a:t>
          </a:r>
          <a:r>
            <a:rPr lang="en-US" altLang="zh-HK" sz="1400" b="0" kern="1200" dirty="0">
              <a:latin typeface="+mj-lt"/>
            </a:rPr>
            <a:t>Understand AI’s role in enabling modern finance and reporting.</a:t>
          </a:r>
          <a:endParaRPr lang="zh-HK" altLang="en-US" sz="1400" b="0" kern="1200" dirty="0">
            <a:latin typeface="+mj-lt"/>
          </a:endParaRPr>
        </a:p>
      </dsp:txBody>
      <dsp:txXfrm>
        <a:off x="365681" y="54561"/>
        <a:ext cx="5387555" cy="852412"/>
      </dsp:txXfrm>
    </dsp:sp>
    <dsp:sp modelId="{8AB95D70-4AE4-4196-B5C4-E15F239265CB}">
      <dsp:nvSpPr>
        <dsp:cNvPr id="0" name=""/>
        <dsp:cNvSpPr/>
      </dsp:nvSpPr>
      <dsp:spPr>
        <a:xfrm>
          <a:off x="0" y="1932287"/>
          <a:ext cx="6391357" cy="80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3600000"/>
              <a:satOff val="-11494"/>
              <a:lumOff val="2294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345CAE-9E3C-4CB9-851C-8A886BB82059}">
      <dsp:nvSpPr>
        <dsp:cNvPr id="0" name=""/>
        <dsp:cNvSpPr/>
      </dsp:nvSpPr>
      <dsp:spPr>
        <a:xfrm>
          <a:off x="319567" y="1497337"/>
          <a:ext cx="5479783" cy="944640"/>
        </a:xfrm>
        <a:prstGeom prst="roundRect">
          <a:avLst/>
        </a:prstGeom>
        <a:gradFill rotWithShape="0">
          <a:gsLst>
            <a:gs pos="0">
              <a:schemeClr val="accent2">
                <a:hueOff val="3600000"/>
                <a:satOff val="-11494"/>
                <a:lumOff val="2294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3600000"/>
                <a:satOff val="-11494"/>
                <a:lumOff val="2294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3600000"/>
                <a:satOff val="-11494"/>
                <a:lumOff val="2294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9105" tIns="0" rIns="169105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400" b="1" kern="1200" dirty="0">
              <a:solidFill>
                <a:srgbClr val="C00000"/>
              </a:solidFill>
              <a:latin typeface="+mj-lt"/>
            </a:rPr>
            <a:t>(2) Accelerate Adoption</a:t>
          </a:r>
          <a:r>
            <a:rPr lang="en-US" altLang="en-US" sz="1400" kern="1200" dirty="0">
              <a:solidFill>
                <a:srgbClr val="C00000"/>
              </a:solidFill>
              <a:latin typeface="+mj-lt"/>
            </a:rPr>
            <a:t>: </a:t>
          </a:r>
          <a:r>
            <a:rPr lang="en-US" altLang="en-US" sz="1400" kern="1200" dirty="0">
              <a:latin typeface="+mj-lt"/>
            </a:rPr>
            <a:t>Learn practical Copilot use cases across Microsoft 365 tools.</a:t>
          </a:r>
          <a:endParaRPr lang="zh-HK" altLang="en-US" sz="1400" kern="1200" dirty="0">
            <a:latin typeface="+mj-lt"/>
          </a:endParaRPr>
        </a:p>
      </dsp:txBody>
      <dsp:txXfrm>
        <a:off x="365681" y="1543451"/>
        <a:ext cx="5387555" cy="852412"/>
      </dsp:txXfrm>
    </dsp:sp>
    <dsp:sp modelId="{6C44885D-B104-49A0-B9FB-69C423AF233E}">
      <dsp:nvSpPr>
        <dsp:cNvPr id="0" name=""/>
        <dsp:cNvSpPr/>
      </dsp:nvSpPr>
      <dsp:spPr>
        <a:xfrm>
          <a:off x="0" y="3383807"/>
          <a:ext cx="6391357" cy="80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7200000"/>
              <a:satOff val="-22988"/>
              <a:lumOff val="4588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437906-2453-41A5-B65F-B595E05EFE69}">
      <dsp:nvSpPr>
        <dsp:cNvPr id="0" name=""/>
        <dsp:cNvSpPr/>
      </dsp:nvSpPr>
      <dsp:spPr>
        <a:xfrm>
          <a:off x="319567" y="2911487"/>
          <a:ext cx="5479783" cy="944640"/>
        </a:xfrm>
        <a:prstGeom prst="roundRect">
          <a:avLst/>
        </a:prstGeom>
        <a:gradFill rotWithShape="0">
          <a:gsLst>
            <a:gs pos="0">
              <a:schemeClr val="accent2">
                <a:hueOff val="7200000"/>
                <a:satOff val="-22988"/>
                <a:lumOff val="4588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7200000"/>
                <a:satOff val="-22988"/>
                <a:lumOff val="4588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7200000"/>
                <a:satOff val="-22988"/>
                <a:lumOff val="4588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9105" tIns="0" rIns="169105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400" b="1" kern="1200" dirty="0">
              <a:solidFill>
                <a:srgbClr val="C00000"/>
              </a:solidFill>
              <a:latin typeface="+mj-lt"/>
            </a:rPr>
            <a:t>(3) Explore Next-Level AI</a:t>
          </a:r>
          <a:r>
            <a:rPr lang="en-US" altLang="en-US" sz="1400" kern="1200" dirty="0">
              <a:solidFill>
                <a:srgbClr val="C00000"/>
              </a:solidFill>
              <a:latin typeface="+mj-lt"/>
            </a:rPr>
            <a:t>: </a:t>
          </a:r>
          <a:r>
            <a:rPr lang="en-US" altLang="en-US" sz="1400" kern="1200" dirty="0">
              <a:latin typeface="+mj-lt"/>
            </a:rPr>
            <a:t>Discover chatbots to enhance user experience.</a:t>
          </a:r>
          <a:endParaRPr lang="zh-HK" altLang="en-US" sz="1400" kern="1200" dirty="0">
            <a:latin typeface="+mj-lt"/>
          </a:endParaRPr>
        </a:p>
      </dsp:txBody>
      <dsp:txXfrm>
        <a:off x="365681" y="2957601"/>
        <a:ext cx="5387555" cy="8524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CDF255-0D34-4A3B-A81D-BC66F294D878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DB92B5-E1B8-4B0C-B7B9-E29D2A68E6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417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B92B5-E1B8-4B0C-B7B9-E29D2A68E66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909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43EFE-7767-1745-AFF6-2AB0A1BA47F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078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1">
            <a:extLst>
              <a:ext uri="{FF2B5EF4-FFF2-40B4-BE49-F238E27FC236}">
                <a16:creationId xmlns:a16="http://schemas.microsoft.com/office/drawing/2014/main" id="{B426E8F7-B13E-144C-8399-DCF8C8670F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1926670"/>
            <a:ext cx="5871237" cy="230322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CA25E3B0-9751-792A-4B36-96F4D16FE6D1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752236" y="810474"/>
            <a:ext cx="5047477" cy="28751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100"/>
            </a:lvl2pPr>
            <a:lvl3pPr marL="914400" indent="0">
              <a:buNone/>
              <a:defRPr sz="4100"/>
            </a:lvl3pPr>
            <a:lvl4pPr marL="1371600" indent="0">
              <a:buNone/>
              <a:defRPr sz="4100"/>
            </a:lvl4pPr>
            <a:lvl5pPr marL="1828800" indent="0">
              <a:buNone/>
              <a:defRPr sz="4100"/>
            </a:lvl5pPr>
          </a:lstStyle>
          <a:p>
            <a:pPr lvl="0"/>
            <a:r>
              <a:rPr lang="en-US"/>
              <a:t>The Challenge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69C2872F-A28A-EE15-2391-794B20F04314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752236" y="1139247"/>
            <a:ext cx="5047477" cy="168784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4100"/>
            </a:lvl2pPr>
            <a:lvl3pPr marL="914400" indent="0">
              <a:buNone/>
              <a:defRPr sz="4100"/>
            </a:lvl3pPr>
            <a:lvl4pPr marL="1371600" indent="0">
              <a:buNone/>
              <a:defRPr sz="4100"/>
            </a:lvl4pPr>
            <a:lvl5pPr marL="1828800" indent="0">
              <a:buNone/>
              <a:defRPr sz="4100"/>
            </a:lvl5pPr>
          </a:lstStyle>
          <a:p>
            <a:pPr lvl="0"/>
            <a:r>
              <a:rPr lang="en-US"/>
              <a:t>Click to add text.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673D86D2-B243-454E-3B28-97B60CCAB24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752236" y="3132826"/>
            <a:ext cx="5047477" cy="28751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100"/>
            </a:lvl2pPr>
            <a:lvl3pPr marL="914400" indent="0">
              <a:buNone/>
              <a:defRPr sz="4100"/>
            </a:lvl3pPr>
            <a:lvl4pPr marL="1371600" indent="0">
              <a:buNone/>
              <a:defRPr sz="4100"/>
            </a:lvl4pPr>
            <a:lvl5pPr marL="1828800" indent="0">
              <a:buNone/>
              <a:defRPr sz="4100"/>
            </a:lvl5pPr>
          </a:lstStyle>
          <a:p>
            <a:pPr lvl="0"/>
            <a:r>
              <a:rPr lang="en-US"/>
              <a:t>The Solution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559B6255-246B-4501-7527-9335C298F51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752236" y="3461599"/>
            <a:ext cx="5047477" cy="168784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4100"/>
            </a:lvl2pPr>
            <a:lvl3pPr marL="914400" indent="0">
              <a:buNone/>
              <a:defRPr sz="4100"/>
            </a:lvl3pPr>
            <a:lvl4pPr marL="1371600" indent="0">
              <a:buNone/>
              <a:defRPr sz="4100"/>
            </a:lvl4pPr>
            <a:lvl5pPr marL="1828800" indent="0">
              <a:buNone/>
              <a:defRPr sz="4100"/>
            </a:lvl5pPr>
          </a:lstStyle>
          <a:p>
            <a:pPr lvl="0"/>
            <a:r>
              <a:rPr lang="en-US"/>
              <a:t>Click to add text.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782E5162-2F48-1673-0272-BF4830DF32B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752236" y="5442858"/>
            <a:ext cx="1247457" cy="309315"/>
          </a:xfrm>
          <a:solidFill>
            <a:schemeClr val="tx2"/>
          </a:solidFill>
        </p:spPr>
        <p:txBody>
          <a:bodyPr wrap="none" lIns="91440" tIns="73152" bIns="73152">
            <a:spAutoFit/>
          </a:bodyPr>
          <a:lstStyle>
            <a:lvl1pPr marL="0" indent="0" algn="ctr">
              <a:lnSpc>
                <a:spcPct val="100000"/>
              </a:lnSpc>
              <a:buNone/>
              <a:defRPr sz="10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4100"/>
            </a:lvl2pPr>
            <a:lvl3pPr marL="914400" indent="0">
              <a:buNone/>
              <a:defRPr sz="4100"/>
            </a:lvl3pPr>
            <a:lvl4pPr marL="1371600" indent="0">
              <a:buNone/>
              <a:defRPr sz="4100"/>
            </a:lvl4pPr>
            <a:lvl5pPr marL="1828800" indent="0">
              <a:buNone/>
              <a:defRPr sz="4100"/>
            </a:lvl5pPr>
          </a:lstStyle>
          <a:p>
            <a:pPr lvl="0"/>
            <a:r>
              <a:rPr lang="en-US"/>
              <a:t>Add Deliverable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225C474B-6B73-FD10-2EB7-C59E3D55ADFE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124060" y="5441286"/>
            <a:ext cx="1247457" cy="309315"/>
          </a:xfrm>
          <a:solidFill>
            <a:schemeClr val="accent2"/>
          </a:solidFill>
        </p:spPr>
        <p:txBody>
          <a:bodyPr wrap="none" lIns="91440" tIns="73152" bIns="73152">
            <a:spAutoFit/>
          </a:bodyPr>
          <a:lstStyle>
            <a:lvl1pPr marL="0" indent="0" algn="ctr">
              <a:lnSpc>
                <a:spcPct val="100000"/>
              </a:lnSpc>
              <a:buNone/>
              <a:defRPr sz="10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4100"/>
            </a:lvl2pPr>
            <a:lvl3pPr marL="914400" indent="0">
              <a:buNone/>
              <a:defRPr sz="4100"/>
            </a:lvl3pPr>
            <a:lvl4pPr marL="1371600" indent="0">
              <a:buNone/>
              <a:defRPr sz="4100"/>
            </a:lvl4pPr>
            <a:lvl5pPr marL="1828800" indent="0">
              <a:buNone/>
              <a:defRPr sz="4100"/>
            </a:lvl5pPr>
          </a:lstStyle>
          <a:p>
            <a:pPr lvl="0"/>
            <a:r>
              <a:rPr lang="en-US"/>
              <a:t>Add Deliverable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4590580E-909E-6303-DE57-73D033D4E1C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495884" y="5441286"/>
            <a:ext cx="1247457" cy="309315"/>
          </a:xfrm>
          <a:solidFill>
            <a:schemeClr val="accent1"/>
          </a:solidFill>
        </p:spPr>
        <p:txBody>
          <a:bodyPr wrap="none" lIns="91440" tIns="73152" bIns="73152">
            <a:spAutoFit/>
          </a:bodyPr>
          <a:lstStyle>
            <a:lvl1pPr marL="0" indent="0" algn="ctr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4100"/>
            </a:lvl2pPr>
            <a:lvl3pPr marL="914400" indent="0">
              <a:buNone/>
              <a:defRPr sz="4100"/>
            </a:lvl3pPr>
            <a:lvl4pPr marL="1371600" indent="0">
              <a:buNone/>
              <a:defRPr sz="4100"/>
            </a:lvl4pPr>
            <a:lvl5pPr marL="1828800" indent="0">
              <a:buNone/>
              <a:defRPr sz="4100"/>
            </a:lvl5pPr>
          </a:lstStyle>
          <a:p>
            <a:pPr lvl="0"/>
            <a:r>
              <a:rPr lang="en-US"/>
              <a:t>Add Deliverable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E52A092-E45F-5EEA-A8A8-FDF002BFC8F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752235" y="5888515"/>
            <a:ext cx="1247457" cy="309315"/>
          </a:xfrm>
          <a:solidFill>
            <a:schemeClr val="accent3"/>
          </a:solidFill>
        </p:spPr>
        <p:txBody>
          <a:bodyPr wrap="none" lIns="91440" tIns="73152" bIns="73152">
            <a:spAutoFit/>
          </a:bodyPr>
          <a:lstStyle>
            <a:lvl1pPr marL="0" indent="0" algn="ctr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4100"/>
            </a:lvl2pPr>
            <a:lvl3pPr marL="914400" indent="0">
              <a:buNone/>
              <a:defRPr sz="4100"/>
            </a:lvl3pPr>
            <a:lvl4pPr marL="1371600" indent="0">
              <a:buNone/>
              <a:defRPr sz="4100"/>
            </a:lvl4pPr>
            <a:lvl5pPr marL="1828800" indent="0">
              <a:buNone/>
              <a:defRPr sz="4100"/>
            </a:lvl5pPr>
          </a:lstStyle>
          <a:p>
            <a:pPr lvl="0"/>
            <a:r>
              <a:rPr lang="en-US"/>
              <a:t>Add Deliverable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6E8445F6-1403-2963-2931-ECAB854E2BE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8115032" y="5888514"/>
            <a:ext cx="1282723" cy="309315"/>
          </a:xfrm>
          <a:solidFill>
            <a:schemeClr val="accent4"/>
          </a:solidFill>
        </p:spPr>
        <p:txBody>
          <a:bodyPr wrap="none" lIns="91440" tIns="73152" bIns="73152">
            <a:spAutoFit/>
          </a:bodyPr>
          <a:lstStyle>
            <a:lvl1pPr marL="0" indent="0" algn="ctr">
              <a:lnSpc>
                <a:spcPct val="100000"/>
              </a:lnSpc>
              <a:buNone/>
              <a:defRPr sz="10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4100"/>
            </a:lvl2pPr>
            <a:lvl3pPr marL="914400" indent="0">
              <a:buNone/>
              <a:defRPr sz="4100"/>
            </a:lvl3pPr>
            <a:lvl4pPr marL="1371600" indent="0">
              <a:buNone/>
              <a:defRPr sz="4100"/>
            </a:lvl4pPr>
            <a:lvl5pPr marL="1828800" indent="0">
              <a:buNone/>
              <a:defRPr sz="4100"/>
            </a:lvl5pPr>
          </a:lstStyle>
          <a:p>
            <a:pPr lvl="0"/>
            <a:r>
              <a:rPr lang="en-US"/>
              <a:t> Add Deliverable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BF7FE7-7362-A4B1-3114-18151121DD51}"/>
              </a:ext>
            </a:extLst>
          </p:cNvPr>
          <p:cNvSpPr/>
          <p:nvPr userDrawn="1"/>
        </p:nvSpPr>
        <p:spPr>
          <a:xfrm>
            <a:off x="0" y="4225360"/>
            <a:ext cx="5871235" cy="2632640"/>
          </a:xfrm>
          <a:prstGeom prst="rect">
            <a:avLst/>
          </a:prstGeom>
          <a:solidFill>
            <a:srgbClr val="FF1D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6C40EC-ECB9-3A50-A5D1-6710D26652D9}"/>
              </a:ext>
            </a:extLst>
          </p:cNvPr>
          <p:cNvSpPr/>
          <p:nvPr userDrawn="1"/>
        </p:nvSpPr>
        <p:spPr>
          <a:xfrm>
            <a:off x="745516" y="4759854"/>
            <a:ext cx="7315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4339B16A-2CAE-6382-326A-33E126AEFA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4008" y="4753456"/>
            <a:ext cx="4533142" cy="158361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Click to add text.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DF0B1253-AC19-45A1-1CD0-763FAF6F55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4030" y="736467"/>
            <a:ext cx="5297205" cy="118191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9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lvl="0"/>
            <a:r>
              <a:rPr lang="en-US"/>
              <a:t>Add Your Heading Here.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DE04B7DC-C866-AE2E-8127-3F39A00B9E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7575" y="306846"/>
            <a:ext cx="3176270" cy="298450"/>
          </a:xfrm>
        </p:spPr>
        <p:txBody>
          <a:bodyPr/>
          <a:lstStyle/>
          <a:p>
            <a:pPr lvl="0"/>
            <a:r>
              <a:rPr lang="en-US" dirty="0"/>
              <a:t>Insert Industry | Insert Technology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11DDE59B-6C0A-F126-02DA-2A337637017B}"/>
              </a:ext>
            </a:extLst>
          </p:cNvPr>
          <p:cNvSpPr txBox="1">
            <a:spLocks/>
          </p:cNvSpPr>
          <p:nvPr userDrawn="1"/>
        </p:nvSpPr>
        <p:spPr>
          <a:xfrm>
            <a:off x="11350522" y="6475558"/>
            <a:ext cx="36825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FC42FD18-F65E-9946-9051-05FB33D0D72F}" type="slidenum">
              <a:rPr lang="en-US" sz="800" smtClean="0">
                <a:solidFill>
                  <a:srgbClr val="2A2A2A">
                    <a:lumMod val="75000"/>
                    <a:lumOff val="25000"/>
                  </a:srgbClr>
                </a:solidFill>
                <a:latin typeface="Poppins"/>
              </a:rPr>
              <a:pPr algn="r">
                <a:defRPr/>
              </a:pPr>
              <a:t>‹#›</a:t>
            </a:fld>
            <a:endParaRPr lang="en-US" sz="800">
              <a:solidFill>
                <a:srgbClr val="2A2A2A">
                  <a:lumMod val="75000"/>
                  <a:lumOff val="25000"/>
                </a:srgbClr>
              </a:solidFill>
              <a:latin typeface="Poppins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BE30AB02-9B8A-D838-12E5-B543F7BA6673}"/>
              </a:ext>
            </a:extLst>
          </p:cNvPr>
          <p:cNvSpPr txBox="1">
            <a:spLocks/>
          </p:cNvSpPr>
          <p:nvPr userDrawn="1"/>
        </p:nvSpPr>
        <p:spPr>
          <a:xfrm>
            <a:off x="3957471" y="6475558"/>
            <a:ext cx="754946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00" dirty="0">
                <a:solidFill>
                  <a:srgbClr val="2A2A2A">
                    <a:lumMod val="75000"/>
                    <a:lumOff val="25000"/>
                  </a:srgbClr>
                </a:solidFill>
                <a:latin typeface="Poppins"/>
              </a:rPr>
              <a:t>© 2025 Resources Connection, Inc. Confidential  |</a:t>
            </a:r>
            <a:r>
              <a:rPr lang="en-US" sz="800" b="1" dirty="0">
                <a:solidFill>
                  <a:srgbClr val="2A2A2A">
                    <a:lumMod val="75000"/>
                    <a:lumOff val="25000"/>
                  </a:srgbClr>
                </a:solidFill>
                <a:latin typeface="Poppins"/>
              </a:rPr>
              <a:t>  </a:t>
            </a:r>
            <a:r>
              <a:rPr lang="en-US" sz="800" b="1" dirty="0">
                <a:solidFill>
                  <a:srgbClr val="2A2A2A">
                    <a:lumMod val="75000"/>
                    <a:lumOff val="25000"/>
                  </a:srgbClr>
                </a:solidFill>
                <a:latin typeface="Poppins SemiBold" pitchFamily="2" charset="77"/>
                <a:cs typeface="Poppins SemiBold" pitchFamily="2" charset="77"/>
              </a:rPr>
              <a:t>rgp.com </a:t>
            </a:r>
            <a:r>
              <a:rPr lang="en-US" sz="800" b="1" dirty="0">
                <a:solidFill>
                  <a:srgbClr val="2A2A2A">
                    <a:lumMod val="75000"/>
                    <a:lumOff val="25000"/>
                  </a:srgbClr>
                </a:solidFill>
                <a:latin typeface="Poppins"/>
              </a:rPr>
              <a:t> </a:t>
            </a:r>
            <a:r>
              <a:rPr lang="en-US" sz="800" dirty="0">
                <a:solidFill>
                  <a:srgbClr val="2A2A2A">
                    <a:lumMod val="75000"/>
                    <a:lumOff val="25000"/>
                  </a:srgbClr>
                </a:solidFill>
                <a:latin typeface="Poppins"/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2565955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(Custom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AD25BD-851F-FE4B-A783-B9A7EEC6C151}"/>
              </a:ext>
            </a:extLst>
          </p:cNvPr>
          <p:cNvSpPr/>
          <p:nvPr userDrawn="1"/>
        </p:nvSpPr>
        <p:spPr>
          <a:xfrm>
            <a:off x="10213355" y="0"/>
            <a:ext cx="1460938" cy="124024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6A70ED-7E09-DCF3-48F1-FF7CC2CA75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89405" y="516554"/>
            <a:ext cx="798424" cy="31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323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F6BC4E-1B9A-5E69-AA60-F4338AE612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1792" y="389135"/>
            <a:ext cx="703968" cy="2792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831260-3539-CB77-2D54-40A8FA8121A8}"/>
              </a:ext>
            </a:extLst>
          </p:cNvPr>
          <p:cNvSpPr txBox="1">
            <a:spLocks/>
          </p:cNvSpPr>
          <p:nvPr userDrawn="1"/>
        </p:nvSpPr>
        <p:spPr>
          <a:xfrm>
            <a:off x="511923" y="1155362"/>
            <a:ext cx="11512899" cy="1632345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100" b="1" i="0" u="none" strike="noStrike" kern="1200" cap="none" spc="0" normalizeH="0" baseline="0" noProof="0">
              <a:ln>
                <a:noFill/>
              </a:ln>
              <a:solidFill>
                <a:srgbClr val="FE1B3D"/>
              </a:solidFill>
              <a:effectLst/>
              <a:uLnTx/>
              <a:uFillTx/>
              <a:latin typeface="Poppins"/>
              <a:ea typeface="+mj-ea"/>
              <a:cs typeface="Poppi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D87AFB-D86E-CB67-439C-9882445BDA0D}"/>
              </a:ext>
            </a:extLst>
          </p:cNvPr>
          <p:cNvSpPr/>
          <p:nvPr userDrawn="1"/>
        </p:nvSpPr>
        <p:spPr>
          <a:xfrm>
            <a:off x="12040205" y="1"/>
            <a:ext cx="159290" cy="6858000"/>
          </a:xfrm>
          <a:prstGeom prst="rect">
            <a:avLst/>
          </a:prstGeom>
          <a:solidFill>
            <a:srgbClr val="FF1D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1ABAA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8AE2FD1-5D5F-F385-55EE-ED4AB5715D6E}"/>
              </a:ext>
            </a:extLst>
          </p:cNvPr>
          <p:cNvSpPr txBox="1">
            <a:spLocks/>
          </p:cNvSpPr>
          <p:nvPr userDrawn="1"/>
        </p:nvSpPr>
        <p:spPr>
          <a:xfrm>
            <a:off x="11350522" y="6475558"/>
            <a:ext cx="36825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FC42FD18-F65E-9946-9051-05FB33D0D72F}" type="slidenum">
              <a:rPr lang="en-US" sz="800" smtClean="0">
                <a:solidFill>
                  <a:srgbClr val="2A2A2A">
                    <a:lumMod val="75000"/>
                    <a:lumOff val="25000"/>
                  </a:srgbClr>
                </a:solidFill>
                <a:latin typeface="Poppins"/>
              </a:rPr>
              <a:pPr algn="r">
                <a:defRPr/>
              </a:pPr>
              <a:t>‹#›</a:t>
            </a:fld>
            <a:endParaRPr lang="en-US" sz="800">
              <a:solidFill>
                <a:srgbClr val="2A2A2A">
                  <a:lumMod val="75000"/>
                  <a:lumOff val="25000"/>
                </a:srgbClr>
              </a:solidFill>
              <a:latin typeface="Poppins"/>
            </a:endParaRPr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9AB1F4D7-1900-11B3-9876-E0004B935FFA}"/>
              </a:ext>
            </a:extLst>
          </p:cNvPr>
          <p:cNvSpPr txBox="1">
            <a:spLocks/>
          </p:cNvSpPr>
          <p:nvPr userDrawn="1"/>
        </p:nvSpPr>
        <p:spPr>
          <a:xfrm>
            <a:off x="3957471" y="6475558"/>
            <a:ext cx="754946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00" dirty="0">
                <a:solidFill>
                  <a:srgbClr val="2A2A2A">
                    <a:lumMod val="75000"/>
                    <a:lumOff val="25000"/>
                  </a:srgbClr>
                </a:solidFill>
                <a:latin typeface="Poppins"/>
              </a:rPr>
              <a:t>© 2025 Resources Connection, Inc. Confidential  |</a:t>
            </a:r>
            <a:r>
              <a:rPr lang="en-US" sz="800" b="1" dirty="0">
                <a:solidFill>
                  <a:srgbClr val="2A2A2A">
                    <a:lumMod val="75000"/>
                    <a:lumOff val="25000"/>
                  </a:srgbClr>
                </a:solidFill>
                <a:latin typeface="Poppins"/>
              </a:rPr>
              <a:t>  </a:t>
            </a:r>
            <a:r>
              <a:rPr lang="en-US" sz="800" b="1" dirty="0">
                <a:solidFill>
                  <a:srgbClr val="2A2A2A">
                    <a:lumMod val="75000"/>
                    <a:lumOff val="25000"/>
                  </a:srgbClr>
                </a:solidFill>
                <a:latin typeface="Poppins SemiBold" pitchFamily="2" charset="77"/>
                <a:cs typeface="Poppins SemiBold" pitchFamily="2" charset="77"/>
              </a:rPr>
              <a:t>rgp.com </a:t>
            </a:r>
            <a:r>
              <a:rPr lang="en-US" sz="800" b="1" dirty="0">
                <a:solidFill>
                  <a:srgbClr val="2A2A2A">
                    <a:lumMod val="75000"/>
                    <a:lumOff val="25000"/>
                  </a:srgbClr>
                </a:solidFill>
                <a:latin typeface="Poppins"/>
              </a:rPr>
              <a:t> </a:t>
            </a:r>
            <a:r>
              <a:rPr lang="en-US" sz="800" dirty="0">
                <a:solidFill>
                  <a:srgbClr val="2A2A2A">
                    <a:lumMod val="75000"/>
                    <a:lumOff val="25000"/>
                  </a:srgbClr>
                </a:solidFill>
                <a:latin typeface="Poppins"/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3854328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0363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9FCEB54-4C08-AD95-821B-DF94782BA3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2396678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95" imgH="394" progId="TCLayout.ActiveDocument.1">
                  <p:embed/>
                </p:oleObj>
              </mc:Choice>
              <mc:Fallback>
                <p:oleObj name="think-cell Slide" r:id="rId7" imgW="395" imgH="39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FCEB54-4C08-AD95-821B-DF94782BA3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79BB94-3674-A46A-7996-C7CFA5A9B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65125"/>
            <a:ext cx="11039302" cy="1325563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03D36-8589-864B-2B8E-72780195C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825625"/>
            <a:ext cx="11039302" cy="4351338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1436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8" r:id="rId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None/>
        <a:tabLst/>
        <a:defRPr sz="12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401638" indent="-166688" algn="l" defTabSz="914400" rtl="0" eaLnBrk="1" latinLnBrk="0" hangingPunct="1">
        <a:lnSpc>
          <a:spcPct val="13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tabLst/>
        <a:defRPr sz="12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630238" indent="-169863" algn="l" defTabSz="914400" rtl="0" eaLnBrk="1" latinLnBrk="0" hangingPunct="1">
        <a:lnSpc>
          <a:spcPct val="13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tabLst>
          <a:tab pos="393700" algn="l"/>
        </a:tabLst>
        <a:defRPr sz="12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858838" indent="-173038" algn="l" defTabSz="914400" rtl="0" eaLnBrk="1" latinLnBrk="0" hangingPunct="1">
        <a:lnSpc>
          <a:spcPct val="13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tabLst/>
        <a:defRPr sz="12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1031875" indent="-173038" algn="l" defTabSz="914400" rtl="0" eaLnBrk="1" latinLnBrk="0" hangingPunct="1">
        <a:lnSpc>
          <a:spcPct val="13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tabLst>
          <a:tab pos="1077913" algn="l"/>
          <a:tab pos="1249363" algn="l"/>
          <a:tab pos="1482725" algn="l"/>
        </a:tabLst>
        <a:defRPr sz="12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lassdoor.com/Reviews/RGP-Reviews-E12624.htm" TargetMode="External"/><Relationship Id="rId13" Type="http://schemas.openxmlformats.org/officeDocument/2006/relationships/image" Target="../media/image18.png"/><Relationship Id="rId18" Type="http://schemas.openxmlformats.org/officeDocument/2006/relationships/hyperlink" Target="mailto:trudy.wong@rgp.com" TargetMode="External"/><Relationship Id="rId3" Type="http://schemas.openxmlformats.org/officeDocument/2006/relationships/image" Target="../media/image14.jpeg"/><Relationship Id="rId7" Type="http://schemas.openxmlformats.org/officeDocument/2006/relationships/image" Target="../media/image15.png"/><Relationship Id="rId12" Type="http://schemas.openxmlformats.org/officeDocument/2006/relationships/hyperlink" Target="https://twitter.com/RGP" TargetMode="External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www.youtube.com/user/ResourcesGlobal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linkedin.com/company/rgp" TargetMode="External"/><Relationship Id="rId11" Type="http://schemas.openxmlformats.org/officeDocument/2006/relationships/image" Target="../media/image17.png"/><Relationship Id="rId5" Type="http://schemas.openxmlformats.org/officeDocument/2006/relationships/hyperlink" Target="mailto:flast@ondemandbyrpg.com" TargetMode="External"/><Relationship Id="rId15" Type="http://schemas.openxmlformats.org/officeDocument/2006/relationships/image" Target="../media/image19.png"/><Relationship Id="rId10" Type="http://schemas.openxmlformats.org/officeDocument/2006/relationships/hyperlink" Target="https://www.instagram.com/lifeatrgp/" TargetMode="External"/><Relationship Id="rId19" Type="http://schemas.openxmlformats.org/officeDocument/2006/relationships/hyperlink" Target="mailto:cathy.zeng@rgp.com" TargetMode="External"/><Relationship Id="rId4" Type="http://schemas.openxmlformats.org/officeDocument/2006/relationships/hyperlink" Target="mailto:simon.kong@rgp.com" TargetMode="External"/><Relationship Id="rId9" Type="http://schemas.openxmlformats.org/officeDocument/2006/relationships/image" Target="../media/image16.png"/><Relationship Id="rId14" Type="http://schemas.openxmlformats.org/officeDocument/2006/relationships/hyperlink" Target="https://www.facebook.com/ResourcesGlobalProfessional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37F0E0A-9044-3B70-D0D8-01E0CA82EFB5}"/>
              </a:ext>
            </a:extLst>
          </p:cNvPr>
          <p:cNvSpPr txBox="1">
            <a:spLocks/>
          </p:cNvSpPr>
          <p:nvPr/>
        </p:nvSpPr>
        <p:spPr>
          <a:xfrm>
            <a:off x="618567" y="699454"/>
            <a:ext cx="4438643" cy="30956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Font typeface="Arial" panose="020B0604020202020204" pitchFamily="34" charset="0"/>
              <a:buNone/>
              <a:tabLst/>
              <a:defRPr sz="12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1638" indent="-16668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30238" indent="-169863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tabLst>
                <a:tab pos="393700" algn="l"/>
              </a:tabLst>
              <a:defRPr sz="12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58838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31875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tabLst>
                <a:tab pos="1077913" algn="l"/>
                <a:tab pos="1249363" algn="l"/>
                <a:tab pos="1482725" algn="l"/>
              </a:tabLst>
              <a:defRPr sz="12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Medium" pitchFamily="2" charset="77"/>
                <a:cs typeface="Poppins Medium" pitchFamily="2" charset="77"/>
              </a:rPr>
              <a:t>DARE TO WORK DIFFERENTLY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60D894D-CC03-CF28-2EB5-F7B4D479184E}"/>
              </a:ext>
            </a:extLst>
          </p:cNvPr>
          <p:cNvSpPr txBox="1">
            <a:spLocks/>
          </p:cNvSpPr>
          <p:nvPr/>
        </p:nvSpPr>
        <p:spPr>
          <a:xfrm>
            <a:off x="717720" y="1009017"/>
            <a:ext cx="4438644" cy="2068830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Font typeface="Arial" panose="020B0604020202020204" pitchFamily="34" charset="0"/>
              <a:buNone/>
              <a:tabLst/>
              <a:defRPr sz="12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1638" indent="-16668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30238" indent="-169863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tabLst>
                <a:tab pos="393700" algn="l"/>
              </a:tabLst>
              <a:defRPr sz="12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58838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31875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tabLst>
                <a:tab pos="1077913" algn="l"/>
                <a:tab pos="1249363" algn="l"/>
                <a:tab pos="1482725" algn="l"/>
              </a:tabLst>
              <a:defRPr sz="12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anose="020B0604020202020204" pitchFamily="34" charset="0"/>
              </a:rPr>
              <a:t>AI Experience Sharing for AIA Group Finance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EFD2674-628F-DB54-A574-3C0791AE7846}"/>
              </a:ext>
            </a:extLst>
          </p:cNvPr>
          <p:cNvSpPr txBox="1">
            <a:spLocks/>
          </p:cNvSpPr>
          <p:nvPr/>
        </p:nvSpPr>
        <p:spPr>
          <a:xfrm>
            <a:off x="10327356" y="5990331"/>
            <a:ext cx="1592502" cy="334269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Font typeface="Arial" panose="020B0604020202020204" pitchFamily="34" charset="0"/>
              <a:buNone/>
              <a:tabLst/>
              <a:defRPr sz="12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1638" indent="-16668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30238" indent="-169863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tabLst>
                <a:tab pos="393700" algn="l"/>
              </a:tabLst>
              <a:defRPr sz="12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58838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31875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tabLst>
                <a:tab pos="1077913" algn="l"/>
                <a:tab pos="1249363" algn="l"/>
                <a:tab pos="1482725" algn="l"/>
              </a:tabLst>
              <a:defRPr sz="12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2"/>
                </a:solidFill>
                <a:latin typeface="+mj-lt"/>
                <a:ea typeface="微软雅黑" panose="020B0503020204020204" pitchFamily="34" charset="-122"/>
                <a:cs typeface="Poppins"/>
              </a:rPr>
              <a:t>24 November, 2025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72BAC6-1464-86AC-F6BE-6F206A91D280}"/>
              </a:ext>
            </a:extLst>
          </p:cNvPr>
          <p:cNvCxnSpPr>
            <a:cxnSpLocks/>
          </p:cNvCxnSpPr>
          <p:nvPr/>
        </p:nvCxnSpPr>
        <p:spPr>
          <a:xfrm>
            <a:off x="10316845" y="6407542"/>
            <a:ext cx="1475352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823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458BD22-53B0-7626-A839-64F3356ADB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5984169"/>
              </p:ext>
            </p:extLst>
          </p:nvPr>
        </p:nvGraphicFramePr>
        <p:xfrm>
          <a:off x="2219286" y="349785"/>
          <a:ext cx="8059451" cy="59821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83E963B-254A-AFF0-62E9-B2D80FD725E9}"/>
              </a:ext>
            </a:extLst>
          </p:cNvPr>
          <p:cNvSpPr txBox="1"/>
          <p:nvPr/>
        </p:nvSpPr>
        <p:spPr>
          <a:xfrm rot="10800000">
            <a:off x="666776" y="1454420"/>
            <a:ext cx="738664" cy="3949158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 vert="eaVert" wrap="none" rtlCol="0">
            <a:spAutoFit/>
          </a:bodyPr>
          <a:lstStyle/>
          <a:p>
            <a:r>
              <a:rPr lang="en-HK" altLang="zh-HK" sz="3600" b="1" spc="2000" dirty="0">
                <a:solidFill>
                  <a:schemeClr val="accent1"/>
                </a:solidFill>
                <a:latin typeface="+mj-lt"/>
              </a:rPr>
              <a:t> AGENDA</a:t>
            </a:r>
            <a:endParaRPr lang="zh-HK" altLang="en-US" sz="3600" b="1" spc="2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FE128F-3962-DBFC-A1B2-D8BEBE907AE7}"/>
              </a:ext>
            </a:extLst>
          </p:cNvPr>
          <p:cNvSpPr/>
          <p:nvPr/>
        </p:nvSpPr>
        <p:spPr>
          <a:xfrm>
            <a:off x="887380" y="5304426"/>
            <a:ext cx="297456" cy="991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HK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103DA4-5930-1673-20C6-B0132D96CB42}"/>
              </a:ext>
            </a:extLst>
          </p:cNvPr>
          <p:cNvSpPr txBox="1"/>
          <p:nvPr/>
        </p:nvSpPr>
        <p:spPr>
          <a:xfrm>
            <a:off x="10427112" y="515612"/>
            <a:ext cx="12254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HK" sz="1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[5 mins]</a:t>
            </a:r>
            <a:endParaRPr lang="zh-HK" altLang="en-US" sz="1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9E719D-8834-21A3-3C0A-7FC6EFB2A048}"/>
              </a:ext>
            </a:extLst>
          </p:cNvPr>
          <p:cNvSpPr txBox="1"/>
          <p:nvPr/>
        </p:nvSpPr>
        <p:spPr>
          <a:xfrm>
            <a:off x="10427112" y="1529249"/>
            <a:ext cx="12254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HK" sz="1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[10 mins]</a:t>
            </a:r>
            <a:endParaRPr lang="zh-HK" altLang="en-US" sz="1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AF0D0-3B93-C798-55D8-69368A4F9872}"/>
              </a:ext>
            </a:extLst>
          </p:cNvPr>
          <p:cNvSpPr txBox="1"/>
          <p:nvPr/>
        </p:nvSpPr>
        <p:spPr>
          <a:xfrm>
            <a:off x="10427112" y="2645668"/>
            <a:ext cx="12254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HK" sz="1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[30 mins]</a:t>
            </a:r>
            <a:endParaRPr lang="zh-HK" altLang="en-US" sz="1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541DC9-AAA1-1CD0-2B59-001A49933378}"/>
              </a:ext>
            </a:extLst>
          </p:cNvPr>
          <p:cNvSpPr txBox="1"/>
          <p:nvPr/>
        </p:nvSpPr>
        <p:spPr>
          <a:xfrm>
            <a:off x="10427112" y="3659305"/>
            <a:ext cx="12254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HK" sz="1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[5 mins]</a:t>
            </a:r>
            <a:endParaRPr lang="zh-HK" altLang="en-US" sz="1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6F23BD-9F43-F1E2-02EA-7C2BA6671D33}"/>
              </a:ext>
            </a:extLst>
          </p:cNvPr>
          <p:cNvSpPr txBox="1"/>
          <p:nvPr/>
        </p:nvSpPr>
        <p:spPr>
          <a:xfrm>
            <a:off x="10427112" y="4727262"/>
            <a:ext cx="12254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HK" sz="1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[10 mins]</a:t>
            </a:r>
            <a:endParaRPr lang="zh-HK" altLang="en-US" sz="1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5979F0-0D0B-8259-0925-B5E1CC8D54B2}"/>
              </a:ext>
            </a:extLst>
          </p:cNvPr>
          <p:cNvSpPr txBox="1"/>
          <p:nvPr/>
        </p:nvSpPr>
        <p:spPr>
          <a:xfrm>
            <a:off x="10427112" y="5795219"/>
            <a:ext cx="12254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HK" sz="1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[15 mins]</a:t>
            </a:r>
            <a:endParaRPr lang="zh-HK" altLang="en-US" sz="1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71822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96832581-EF56-AA15-7463-13DFC7E5BA3C}"/>
              </a:ext>
            </a:extLst>
          </p:cNvPr>
          <p:cNvSpPr txBox="1">
            <a:spLocks/>
          </p:cNvSpPr>
          <p:nvPr/>
        </p:nvSpPr>
        <p:spPr>
          <a:xfrm>
            <a:off x="1189311" y="3826873"/>
            <a:ext cx="4011339" cy="24601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100" b="1" i="0" kern="1200">
                <a:solidFill>
                  <a:schemeClr val="tx1"/>
                </a:solidFill>
                <a:latin typeface="+mj-lt"/>
                <a:ea typeface="+mj-ea"/>
                <a:cs typeface="Poppins" pitchFamily="2" charset="77"/>
              </a:defRPr>
            </a:lvl1pPr>
          </a:lstStyle>
          <a:p>
            <a:r>
              <a:rPr lang="en-US" sz="4800" dirty="0">
                <a:solidFill>
                  <a:srgbClr val="002B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Training Objectives</a:t>
            </a:r>
            <a:r>
              <a:rPr lang="en-US" sz="48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9AD191-8B6B-6C80-856B-6B9086DC5A4C}"/>
              </a:ext>
            </a:extLst>
          </p:cNvPr>
          <p:cNvSpPr/>
          <p:nvPr/>
        </p:nvSpPr>
        <p:spPr>
          <a:xfrm>
            <a:off x="674914" y="3429000"/>
            <a:ext cx="402772" cy="2242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HK" alt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5CBF070-F502-6B71-2AEB-B843111521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2539576"/>
              </p:ext>
            </p:extLst>
          </p:nvPr>
        </p:nvGraphicFramePr>
        <p:xfrm>
          <a:off x="5327492" y="2097472"/>
          <a:ext cx="6391357" cy="41986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3E4B2CC-B2F4-6B3D-31DC-27893F71F02D}"/>
              </a:ext>
            </a:extLst>
          </p:cNvPr>
          <p:cNvSpPr txBox="1"/>
          <p:nvPr/>
        </p:nvSpPr>
        <p:spPr>
          <a:xfrm>
            <a:off x="5327492" y="502909"/>
            <a:ext cx="639135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HK" sz="1400" dirty="0">
                <a:latin typeface="+mj-lt"/>
              </a:rPr>
              <a:t>This ~75 mins session is designed to empower the Group Finance team with practical knowledge and hands-on techniques to leverage </a:t>
            </a:r>
            <a:r>
              <a:rPr lang="en-US" altLang="zh-HK" sz="1400" dirty="0" err="1">
                <a:latin typeface="+mj-lt"/>
              </a:rPr>
              <a:t>genAI</a:t>
            </a:r>
            <a:r>
              <a:rPr lang="en-US" altLang="zh-HK" sz="1400" dirty="0">
                <a:latin typeface="+mj-lt"/>
              </a:rPr>
              <a:t>, specifically Copilot, to enhance productivity, accuracy, and collaboration across financial reporting tasks. </a:t>
            </a:r>
          </a:p>
          <a:p>
            <a:pPr algn="just"/>
            <a:endParaRPr lang="en-US" altLang="zh-HK" sz="1400" b="1" dirty="0">
              <a:latin typeface="+mj-lt"/>
            </a:endParaRPr>
          </a:p>
          <a:p>
            <a:pPr algn="just"/>
            <a:r>
              <a:rPr lang="en-US" altLang="zh-HK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Training Objectives</a:t>
            </a:r>
            <a:r>
              <a:rPr lang="en-US" altLang="zh-HK" sz="1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:</a:t>
            </a:r>
            <a:endParaRPr lang="zh-HK" altLang="en-US" sz="1400" spc="1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508ABC-2FC9-D738-DFD4-B12C4AC30DE3}"/>
              </a:ext>
            </a:extLst>
          </p:cNvPr>
          <p:cNvGrpSpPr/>
          <p:nvPr/>
        </p:nvGrpSpPr>
        <p:grpSpPr>
          <a:xfrm>
            <a:off x="927007" y="956063"/>
            <a:ext cx="4157111" cy="2752462"/>
            <a:chOff x="927007" y="956063"/>
            <a:chExt cx="4157111" cy="275246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A5BC4BC-776D-554C-E7F9-A3ACC9AE016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0328977">
              <a:off x="927007" y="956063"/>
              <a:ext cx="4157111" cy="2752462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EF5B786-B188-F693-C527-0F04A8079E47}"/>
                </a:ext>
              </a:extLst>
            </p:cNvPr>
            <p:cNvSpPr/>
            <p:nvPr/>
          </p:nvSpPr>
          <p:spPr>
            <a:xfrm rot="20750791">
              <a:off x="3005562" y="1195406"/>
              <a:ext cx="891591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HK" sz="5400" b="1" cap="none" spc="0" dirty="0">
                  <a:ln w="6600">
                    <a:solidFill>
                      <a:schemeClr val="accent2"/>
                    </a:solidFill>
                    <a:prstDash val="solid"/>
                  </a:ln>
                  <a:solidFill>
                    <a:srgbClr val="FFFFFF"/>
                  </a:solidFill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  <a:outerShdw dist="38100" dir="2700000" algn="tl" rotWithShape="0">
                      <a:schemeClr val="accent2"/>
                    </a:outerShdw>
                  </a:effectLst>
                </a:rPr>
                <a:t>AI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272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96832581-EF56-AA15-7463-13DFC7E5BA3C}"/>
              </a:ext>
            </a:extLst>
          </p:cNvPr>
          <p:cNvSpPr txBox="1">
            <a:spLocks/>
          </p:cNvSpPr>
          <p:nvPr/>
        </p:nvSpPr>
        <p:spPr>
          <a:xfrm>
            <a:off x="1269321" y="3472543"/>
            <a:ext cx="5142366" cy="24601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100" b="1" i="0" kern="1200">
                <a:solidFill>
                  <a:schemeClr val="tx1"/>
                </a:solidFill>
                <a:latin typeface="+mj-lt"/>
                <a:ea typeface="+mj-ea"/>
                <a:cs typeface="Poppins" pitchFamily="2" charset="77"/>
              </a:defRPr>
            </a:lvl1pPr>
          </a:lstStyle>
          <a:p>
            <a:pPr lvl="0"/>
            <a:r>
              <a:rPr lang="en-US" altLang="zh-HK" sz="4800" dirty="0">
                <a:latin typeface="Poppins" panose="00000500000000000000" pitchFamily="2" charset="0"/>
                <a:cs typeface="Poppins" panose="00000500000000000000" pitchFamily="2" charset="0"/>
              </a:rPr>
              <a:t>Overview of Microsoft Copilot</a:t>
            </a:r>
            <a:r>
              <a:rPr lang="en-US" altLang="zh-HK" sz="48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r>
              <a:rPr lang="en-US" altLang="zh-HK" sz="4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zh-HK" altLang="en-US" sz="4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9AD191-8B6B-6C80-856B-6B9086DC5A4C}"/>
              </a:ext>
            </a:extLst>
          </p:cNvPr>
          <p:cNvSpPr/>
          <p:nvPr/>
        </p:nvSpPr>
        <p:spPr>
          <a:xfrm>
            <a:off x="674914" y="3429000"/>
            <a:ext cx="402772" cy="2242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32204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0E579-0800-1D97-E1A6-2DC252258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3E152801-A6A4-800A-CC46-2032310365D6}"/>
              </a:ext>
            </a:extLst>
          </p:cNvPr>
          <p:cNvSpPr txBox="1">
            <a:spLocks/>
          </p:cNvSpPr>
          <p:nvPr/>
        </p:nvSpPr>
        <p:spPr>
          <a:xfrm>
            <a:off x="1269321" y="3472543"/>
            <a:ext cx="4062700" cy="24601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100" b="1" i="0" kern="1200">
                <a:solidFill>
                  <a:schemeClr val="tx1"/>
                </a:solidFill>
                <a:latin typeface="+mj-lt"/>
                <a:ea typeface="+mj-ea"/>
                <a:cs typeface="Poppins" pitchFamily="2" charset="77"/>
              </a:defRPr>
            </a:lvl1pPr>
          </a:lstStyle>
          <a:p>
            <a:pPr lvl="0"/>
            <a:r>
              <a:rPr lang="en-US" altLang="zh-HK" sz="4800" dirty="0">
                <a:cs typeface="Poppins SemiBold" panose="00000700000000000000" pitchFamily="2" charset="0"/>
              </a:rPr>
              <a:t>Building Your Chatbot</a:t>
            </a:r>
            <a:r>
              <a:rPr lang="en-US" altLang="zh-HK" sz="4800" dirty="0">
                <a:solidFill>
                  <a:schemeClr val="tx2"/>
                </a:solidFill>
                <a:cs typeface="Poppins SemiBold" panose="00000700000000000000" pitchFamily="2" charset="0"/>
              </a:rPr>
              <a:t>.</a:t>
            </a:r>
            <a:r>
              <a:rPr lang="en-US" altLang="zh-HK" sz="4800" dirty="0">
                <a:cs typeface="Poppins SemiBold" panose="00000700000000000000" pitchFamily="2" charset="0"/>
              </a:rPr>
              <a:t> </a:t>
            </a:r>
            <a:endParaRPr lang="zh-HK" altLang="en-US" sz="4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BBE0C9-A82D-6EA8-1619-085941144B73}"/>
              </a:ext>
            </a:extLst>
          </p:cNvPr>
          <p:cNvSpPr/>
          <p:nvPr/>
        </p:nvSpPr>
        <p:spPr>
          <a:xfrm>
            <a:off x="674914" y="3429000"/>
            <a:ext cx="402772" cy="2242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57508454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3E451-660B-A3AA-D049-C5682AEAA4B3}"/>
              </a:ext>
            </a:extLst>
          </p:cNvPr>
          <p:cNvSpPr txBox="1">
            <a:spLocks/>
          </p:cNvSpPr>
          <p:nvPr/>
        </p:nvSpPr>
        <p:spPr>
          <a:xfrm>
            <a:off x="1682617" y="197684"/>
            <a:ext cx="8826766" cy="818176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/>
                <a:ea typeface="+mj-ea"/>
                <a:cs typeface="Poppins"/>
              </a:rPr>
              <a:t>Chatbot Overview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E1B3D"/>
                </a:solidFill>
                <a:effectLst/>
                <a:uLnTx/>
                <a:uFillTx/>
                <a:latin typeface="Poppins"/>
                <a:ea typeface="+mj-ea"/>
                <a:cs typeface="Poppins"/>
              </a:rPr>
              <a:t>.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BBCF7739-031D-E077-817B-6D180A38162C}"/>
              </a:ext>
            </a:extLst>
          </p:cNvPr>
          <p:cNvSpPr txBox="1">
            <a:spLocks/>
          </p:cNvSpPr>
          <p:nvPr/>
        </p:nvSpPr>
        <p:spPr>
          <a:xfrm>
            <a:off x="1752204" y="1462001"/>
            <a:ext cx="3925920" cy="635060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20000"/>
              <a:buFont typeface="Wingdings" pitchFamily="2" charset="2"/>
              <a:buNone/>
              <a:tabLst/>
              <a:defRPr sz="900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01638" indent="-16668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2pPr>
            <a:lvl3pPr marL="630238" indent="-169863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393700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3pPr>
            <a:lvl4pPr marL="858838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4pPr>
            <a:lvl5pPr marL="1031875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1077913" algn="l"/>
                <a:tab pos="1249363" algn="l"/>
                <a:tab pos="1482725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Open Sans"/>
                <a:cs typeface="Poppins" pitchFamily="2" charset="77"/>
              </a:rPr>
              <a:t>Follow predefined decision trees and keyword triggers.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Open Sans"/>
                <a:cs typeface="Poppins" pitchFamily="2" charset="77"/>
              </a:rPr>
              <a:t>Best for simple, structured queries.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</p:txBody>
      </p:sp>
      <p:pic>
        <p:nvPicPr>
          <p:cNvPr id="19" name="Picture Placeholder 29" descr="A blue and black triangle logo&#10;&#10;Description automatically generated">
            <a:extLst>
              <a:ext uri="{FF2B5EF4-FFF2-40B4-BE49-F238E27FC236}">
                <a16:creationId xmlns:a16="http://schemas.microsoft.com/office/drawing/2014/main" id="{3F1404C3-00F0-2F27-87C3-57D3647D375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03174" y="1269440"/>
            <a:ext cx="523828" cy="517112"/>
          </a:xfrm>
          <a:prstGeom prst="rect">
            <a:avLst/>
          </a:prstGeom>
        </p:spPr>
      </p:pic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C7C1EA3F-7821-A64E-2093-5C8D32B540EA}"/>
              </a:ext>
            </a:extLst>
          </p:cNvPr>
          <p:cNvSpPr txBox="1">
            <a:spLocks/>
          </p:cNvSpPr>
          <p:nvPr/>
        </p:nvSpPr>
        <p:spPr>
          <a:xfrm>
            <a:off x="1729701" y="1235798"/>
            <a:ext cx="4366299" cy="230832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Wingdings" pitchFamily="2" charset="2"/>
              <a:buNone/>
              <a:tabLst/>
              <a:defRPr sz="1050" b="1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01638" indent="-16668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2pPr>
            <a:lvl3pPr marL="630238" indent="-169863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393700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3pPr>
            <a:lvl4pPr marL="858838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4pPr>
            <a:lvl5pPr marL="1031875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1077913" algn="l"/>
                <a:tab pos="1249363" algn="l"/>
                <a:tab pos="1482725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Rule-based 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A89B0FE5-C62A-B19A-2433-C309F91B4458}"/>
              </a:ext>
            </a:extLst>
          </p:cNvPr>
          <p:cNvSpPr txBox="1">
            <a:spLocks/>
          </p:cNvSpPr>
          <p:nvPr/>
        </p:nvSpPr>
        <p:spPr>
          <a:xfrm>
            <a:off x="1752204" y="2486125"/>
            <a:ext cx="3925920" cy="635060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20000"/>
              <a:buFont typeface="Wingdings" pitchFamily="2" charset="2"/>
              <a:buNone/>
              <a:tabLst/>
              <a:defRPr sz="900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01638" indent="-16668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2pPr>
            <a:lvl3pPr marL="630238" indent="-169863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393700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3pPr>
            <a:lvl4pPr marL="858838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4pPr>
            <a:lvl5pPr marL="1031875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1077913" algn="l"/>
                <a:tab pos="1249363" algn="l"/>
                <a:tab pos="1482725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Use natural language processing to understand and respond to user queries more flexibly.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Ideal for varied and complex questions.</a:t>
            </a:r>
          </a:p>
        </p:txBody>
      </p:sp>
      <p:pic>
        <p:nvPicPr>
          <p:cNvPr id="22" name="Picture Placeholder 31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F4590F98-07B6-5CD4-B0D4-7949367889D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03174" y="2293564"/>
            <a:ext cx="523828" cy="517112"/>
          </a:xfrm>
          <a:prstGeom prst="rect">
            <a:avLst/>
          </a:prstGeom>
        </p:spPr>
      </p:pic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7E9400E0-6D09-FCA3-1D12-96A7CF03600A}"/>
              </a:ext>
            </a:extLst>
          </p:cNvPr>
          <p:cNvSpPr txBox="1">
            <a:spLocks/>
          </p:cNvSpPr>
          <p:nvPr/>
        </p:nvSpPr>
        <p:spPr>
          <a:xfrm>
            <a:off x="1729701" y="2259922"/>
            <a:ext cx="4366299" cy="230832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Wingdings" pitchFamily="2" charset="2"/>
              <a:buNone/>
              <a:tabLst/>
              <a:defRPr sz="1050" b="1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01638" indent="-16668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2pPr>
            <a:lvl3pPr marL="630238" indent="-169863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393700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3pPr>
            <a:lvl4pPr marL="858838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4pPr>
            <a:lvl5pPr marL="1031875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1077913" algn="l"/>
                <a:tab pos="1249363" algn="l"/>
                <a:tab pos="1482725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121212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AI-powered (NLP-based)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AC010054-EE46-56B7-0E9D-93E506FD091F}"/>
              </a:ext>
            </a:extLst>
          </p:cNvPr>
          <p:cNvSpPr txBox="1">
            <a:spLocks/>
          </p:cNvSpPr>
          <p:nvPr/>
        </p:nvSpPr>
        <p:spPr>
          <a:xfrm>
            <a:off x="1752204" y="3510062"/>
            <a:ext cx="3925920" cy="635060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20000"/>
              <a:buFont typeface="Wingdings" pitchFamily="2" charset="2"/>
              <a:buNone/>
              <a:tabLst/>
              <a:defRPr sz="900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01638" indent="-16668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2pPr>
            <a:lvl3pPr marL="630238" indent="-169863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393700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3pPr>
            <a:lvl4pPr marL="858838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4pPr>
            <a:lvl5pPr marL="1031875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1077913" algn="l"/>
                <a:tab pos="1249363" algn="l"/>
                <a:tab pos="1482725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Combine rule-based logic with AI capabilities.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Useful for balancing control and flexibility.</a:t>
            </a:r>
          </a:p>
        </p:txBody>
      </p:sp>
      <p:pic>
        <p:nvPicPr>
          <p:cNvPr id="25" name="Picture Placeholder 33" descr="A blue and black circular design&#10;&#10;Description automatically generated">
            <a:extLst>
              <a:ext uri="{FF2B5EF4-FFF2-40B4-BE49-F238E27FC236}">
                <a16:creationId xmlns:a16="http://schemas.microsoft.com/office/drawing/2014/main" id="{FD4D3FFA-BB09-484C-6C4C-EA20F1AA54E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03174" y="3317501"/>
            <a:ext cx="523828" cy="517112"/>
          </a:xfrm>
          <a:prstGeom prst="rect">
            <a:avLst/>
          </a:prstGeom>
        </p:spPr>
      </p:pic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CB63D839-C1B2-F776-53D7-B9911A5601BD}"/>
              </a:ext>
            </a:extLst>
          </p:cNvPr>
          <p:cNvSpPr txBox="1">
            <a:spLocks/>
          </p:cNvSpPr>
          <p:nvPr/>
        </p:nvSpPr>
        <p:spPr>
          <a:xfrm>
            <a:off x="1729701" y="3283859"/>
            <a:ext cx="4366299" cy="230832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Wingdings" pitchFamily="2" charset="2"/>
              <a:buNone/>
              <a:tabLst/>
              <a:defRPr sz="1050" b="1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01638" indent="-16668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2pPr>
            <a:lvl3pPr marL="630238" indent="-169863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393700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3pPr>
            <a:lvl4pPr marL="858838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4pPr>
            <a:lvl5pPr marL="1031875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1077913" algn="l"/>
                <a:tab pos="1249363" algn="l"/>
                <a:tab pos="1482725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Hybrid: Rule-based + NLP-based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8D5442DE-D106-66D3-4BF9-9F294B39C0A4}"/>
              </a:ext>
            </a:extLst>
          </p:cNvPr>
          <p:cNvSpPr txBox="1">
            <a:spLocks/>
          </p:cNvSpPr>
          <p:nvPr/>
        </p:nvSpPr>
        <p:spPr>
          <a:xfrm>
            <a:off x="1729701" y="4533999"/>
            <a:ext cx="3947317" cy="635060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20000"/>
              <a:buFont typeface="Wingdings" pitchFamily="2" charset="2"/>
              <a:buNone/>
              <a:tabLst/>
              <a:defRPr sz="900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01638" indent="-16668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2pPr>
            <a:lvl3pPr marL="630238" indent="-169863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393700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3pPr>
            <a:lvl4pPr marL="858838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4pPr>
            <a:lvl5pPr marL="1031875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1077913" algn="l"/>
                <a:tab pos="1249363" algn="l"/>
                <a:tab pos="1482725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Allow users to interact via speech.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Suitable for mobile or hands-free environments.</a:t>
            </a:r>
          </a:p>
        </p:txBody>
      </p:sp>
      <p:pic>
        <p:nvPicPr>
          <p:cNvPr id="28" name="Picture Placeholder 35" descr="A diamond shaped blue logo&#10;&#10;Description automatically generated">
            <a:extLst>
              <a:ext uri="{FF2B5EF4-FFF2-40B4-BE49-F238E27FC236}">
                <a16:creationId xmlns:a16="http://schemas.microsoft.com/office/drawing/2014/main" id="{BA246791-6819-E52C-A524-C296612AA68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80672" y="4341438"/>
            <a:ext cx="523828" cy="517112"/>
          </a:xfrm>
          <a:prstGeom prst="rect">
            <a:avLst/>
          </a:prstGeom>
        </p:spPr>
      </p:pic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2651F163-A23B-7DEF-023D-CFA532A8BCAF}"/>
              </a:ext>
            </a:extLst>
          </p:cNvPr>
          <p:cNvSpPr txBox="1">
            <a:spLocks/>
          </p:cNvSpPr>
          <p:nvPr/>
        </p:nvSpPr>
        <p:spPr>
          <a:xfrm>
            <a:off x="1707199" y="4307796"/>
            <a:ext cx="4366299" cy="230832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Wingdings" pitchFamily="2" charset="2"/>
              <a:buNone/>
              <a:tabLst/>
              <a:defRPr sz="1050" b="1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01638" indent="-16668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2pPr>
            <a:lvl3pPr marL="630238" indent="-169863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393700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3pPr>
            <a:lvl4pPr marL="858838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4pPr>
            <a:lvl5pPr marL="1031875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1077913" algn="l"/>
                <a:tab pos="1249363" algn="l"/>
                <a:tab pos="1482725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121212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Voice-enabled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95AC99C9-691B-F4B5-C8AB-49E1F2D5905E}"/>
              </a:ext>
            </a:extLst>
          </p:cNvPr>
          <p:cNvSpPr txBox="1">
            <a:spLocks/>
          </p:cNvSpPr>
          <p:nvPr/>
        </p:nvSpPr>
        <p:spPr>
          <a:xfrm>
            <a:off x="1729702" y="5561003"/>
            <a:ext cx="3947317" cy="635060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20000"/>
              <a:buFont typeface="Wingdings" pitchFamily="2" charset="2"/>
              <a:buNone/>
              <a:tabLst/>
              <a:defRPr sz="900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01638" indent="-16668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2pPr>
            <a:lvl3pPr marL="630238" indent="-169863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393700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3pPr>
            <a:lvl4pPr marL="858838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4pPr>
            <a:lvl5pPr marL="1031875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1077913" algn="l"/>
                <a:tab pos="1249363" algn="l"/>
                <a:tab pos="1482725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Can perform actions like submitting forms or initiating workflows, beyond just answering questions.</a:t>
            </a:r>
          </a:p>
        </p:txBody>
      </p:sp>
      <p:pic>
        <p:nvPicPr>
          <p:cNvPr id="31" name="Picture Placeholder 37" descr="A blue and black logo&#10;&#10;Description automatically generated">
            <a:extLst>
              <a:ext uri="{FF2B5EF4-FFF2-40B4-BE49-F238E27FC236}">
                <a16:creationId xmlns:a16="http://schemas.microsoft.com/office/drawing/2014/main" id="{501C83EA-AE7F-6F1C-285D-A0EB61D77D8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58" b="758"/>
          <a:stretch>
            <a:fillRect/>
          </a:stretch>
        </p:blipFill>
        <p:spPr>
          <a:xfrm>
            <a:off x="1080672" y="5368442"/>
            <a:ext cx="523828" cy="517112"/>
          </a:xfrm>
          <a:prstGeom prst="rect">
            <a:avLst/>
          </a:prstGeom>
        </p:spPr>
      </p:pic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44B6A7B7-3B5F-6C85-FB8A-6F91BC61892B}"/>
              </a:ext>
            </a:extLst>
          </p:cNvPr>
          <p:cNvSpPr txBox="1">
            <a:spLocks/>
          </p:cNvSpPr>
          <p:nvPr/>
        </p:nvSpPr>
        <p:spPr>
          <a:xfrm>
            <a:off x="1707199" y="5334800"/>
            <a:ext cx="4366299" cy="230832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Wingdings" pitchFamily="2" charset="2"/>
              <a:buNone/>
              <a:tabLst/>
              <a:defRPr sz="1050" b="1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01638" indent="-16668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2pPr>
            <a:lvl3pPr marL="630238" indent="-169863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393700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3pPr>
            <a:lvl4pPr marL="858838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4pPr>
            <a:lvl5pPr marL="1031875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1077913" algn="l"/>
                <a:tab pos="1249363" algn="l"/>
                <a:tab pos="1482725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121212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Transactional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3B8004-E9F8-B89C-02CF-CCADB0991E89}"/>
              </a:ext>
            </a:extLst>
          </p:cNvPr>
          <p:cNvSpPr txBox="1"/>
          <p:nvPr/>
        </p:nvSpPr>
        <p:spPr>
          <a:xfrm rot="10800000">
            <a:off x="205649" y="1314607"/>
            <a:ext cx="615553" cy="4313040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 vert="eaVert" wrap="none" rtlCol="0">
            <a:spAutoFit/>
          </a:bodyPr>
          <a:lstStyle/>
          <a:p>
            <a:r>
              <a:rPr lang="en-HK" altLang="zh-HK" sz="2800" b="1" spc="300" dirty="0">
                <a:solidFill>
                  <a:schemeClr val="tx2"/>
                </a:solidFill>
                <a:latin typeface="+mj-lt"/>
              </a:rPr>
              <a:t>Types  of  Chatbots</a:t>
            </a:r>
            <a:endParaRPr lang="zh-HK" altLang="en-US" sz="2800" b="1" spc="3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4" name="Text Placeholder 53">
            <a:extLst>
              <a:ext uri="{FF2B5EF4-FFF2-40B4-BE49-F238E27FC236}">
                <a16:creationId xmlns:a16="http://schemas.microsoft.com/office/drawing/2014/main" id="{1106364F-3BD6-1D5C-20CA-A9279A5231B8}"/>
              </a:ext>
            </a:extLst>
          </p:cNvPr>
          <p:cNvSpPr txBox="1">
            <a:spLocks/>
          </p:cNvSpPr>
          <p:nvPr/>
        </p:nvSpPr>
        <p:spPr>
          <a:xfrm>
            <a:off x="9308369" y="1225868"/>
            <a:ext cx="2590705" cy="14746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5"/>
              </a:buClr>
              <a:buFont typeface="Arial" panose="020B0604020202020204" pitchFamily="34" charset="0"/>
              <a:buNone/>
              <a:tabLst/>
              <a:defRPr sz="1050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01638" indent="-16668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30238" indent="-169863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tabLst>
                <a:tab pos="393700" algn="l"/>
              </a:tabLst>
              <a:defRPr sz="12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58838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31875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tabLst>
                <a:tab pos="1077913" algn="l"/>
                <a:tab pos="1249363" algn="l"/>
                <a:tab pos="1482725" algn="l"/>
              </a:tabLst>
              <a:defRPr sz="12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0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1100" b="1" dirty="0"/>
              <a:t>Decrease operational costs </a:t>
            </a:r>
            <a:r>
              <a:rPr lang="en-US" sz="1100" dirty="0"/>
              <a:t>by reducing the number of inquiries handled by human agents.</a:t>
            </a:r>
          </a:p>
          <a:p>
            <a:pPr marL="171450" indent="-171450">
              <a:lnSpc>
                <a:spcPct val="10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1100" b="1" dirty="0"/>
              <a:t>Standardized responses </a:t>
            </a:r>
            <a:r>
              <a:rPr lang="en-US" sz="1100" dirty="0"/>
              <a:t>reduce the risk of miscommunication or outdated advice.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0ABD8E2-FEF9-DAD5-05B4-12FE370C76B3}"/>
              </a:ext>
            </a:extLst>
          </p:cNvPr>
          <p:cNvSpPr/>
          <p:nvPr/>
        </p:nvSpPr>
        <p:spPr>
          <a:xfrm>
            <a:off x="7383240" y="1225868"/>
            <a:ext cx="1699775" cy="147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99" b="0" i="0" u="none" strike="noStrike" kern="1200" cap="none" spc="0" normalizeH="0" baseline="0" noProof="0">
              <a:ln>
                <a:noFill/>
              </a:ln>
              <a:solidFill>
                <a:srgbClr val="D5FF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A2A855E-DC5B-8C09-11C3-FDBD3A9687B2}"/>
              </a:ext>
            </a:extLst>
          </p:cNvPr>
          <p:cNvSpPr/>
          <p:nvPr/>
        </p:nvSpPr>
        <p:spPr>
          <a:xfrm>
            <a:off x="7383240" y="2974975"/>
            <a:ext cx="1699775" cy="1478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99" b="0" i="0" u="none" strike="noStrike" kern="1200" cap="none" spc="0" normalizeH="0" baseline="0" noProof="0">
              <a:ln>
                <a:noFill/>
              </a:ln>
              <a:solidFill>
                <a:srgbClr val="D5FF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29E6CC5-9530-3402-93E0-791235244FAB}"/>
              </a:ext>
            </a:extLst>
          </p:cNvPr>
          <p:cNvSpPr/>
          <p:nvPr/>
        </p:nvSpPr>
        <p:spPr>
          <a:xfrm>
            <a:off x="7372354" y="4750450"/>
            <a:ext cx="1699775" cy="1478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99" b="0" i="0" u="none" strike="noStrike" kern="1200" cap="none" spc="0" normalizeH="0" baseline="0" noProof="0">
              <a:ln>
                <a:noFill/>
              </a:ln>
              <a:solidFill>
                <a:srgbClr val="D5FF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CCE2B23-7CFA-F38B-863D-FCD011A9DBCC}"/>
              </a:ext>
            </a:extLst>
          </p:cNvPr>
          <p:cNvCxnSpPr>
            <a:cxnSpLocks/>
          </p:cNvCxnSpPr>
          <p:nvPr/>
        </p:nvCxnSpPr>
        <p:spPr>
          <a:xfrm>
            <a:off x="9272823" y="1225868"/>
            <a:ext cx="0" cy="147820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421C5FE-77CC-57A4-5B85-BB14AAC5B4A3}"/>
              </a:ext>
            </a:extLst>
          </p:cNvPr>
          <p:cNvCxnSpPr>
            <a:cxnSpLocks/>
          </p:cNvCxnSpPr>
          <p:nvPr/>
        </p:nvCxnSpPr>
        <p:spPr>
          <a:xfrm>
            <a:off x="9272823" y="2974975"/>
            <a:ext cx="0" cy="1478200"/>
          </a:xfrm>
          <a:prstGeom prst="line">
            <a:avLst/>
          </a:pr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42FE774-5FD6-7993-5A07-991DD31B3C7F}"/>
              </a:ext>
            </a:extLst>
          </p:cNvPr>
          <p:cNvCxnSpPr>
            <a:cxnSpLocks/>
          </p:cNvCxnSpPr>
          <p:nvPr/>
        </p:nvCxnSpPr>
        <p:spPr>
          <a:xfrm>
            <a:off x="9261937" y="4747240"/>
            <a:ext cx="0" cy="148141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 Placeholder 53">
            <a:extLst>
              <a:ext uri="{FF2B5EF4-FFF2-40B4-BE49-F238E27FC236}">
                <a16:creationId xmlns:a16="http://schemas.microsoft.com/office/drawing/2014/main" id="{B390E40A-A3FD-D87C-64E3-8C2AAF660D58}"/>
              </a:ext>
            </a:extLst>
          </p:cNvPr>
          <p:cNvSpPr txBox="1">
            <a:spLocks/>
          </p:cNvSpPr>
          <p:nvPr/>
        </p:nvSpPr>
        <p:spPr>
          <a:xfrm>
            <a:off x="9308369" y="2997831"/>
            <a:ext cx="2590705" cy="14746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5"/>
              </a:buClr>
              <a:buFont typeface="Arial" panose="020B0604020202020204" pitchFamily="34" charset="0"/>
              <a:buNone/>
              <a:tabLst/>
              <a:defRPr sz="1050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01638" indent="-16668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30238" indent="-169863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tabLst>
                <a:tab pos="393700" algn="l"/>
              </a:tabLst>
              <a:defRPr sz="12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58838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31875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tabLst>
                <a:tab pos="1077913" algn="l"/>
                <a:tab pos="1249363" algn="l"/>
                <a:tab pos="1482725" algn="l"/>
              </a:tabLst>
              <a:defRPr sz="12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0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1100" dirty="0"/>
              <a:t>Business users get </a:t>
            </a:r>
            <a:r>
              <a:rPr lang="en-US" sz="1100" b="1" dirty="0"/>
              <a:t>instant answers</a:t>
            </a:r>
            <a:r>
              <a:rPr lang="en-US" sz="1100" dirty="0"/>
              <a:t>, reducing wait times and frustration.</a:t>
            </a:r>
          </a:p>
          <a:p>
            <a:pPr marL="171450" indent="-171450">
              <a:lnSpc>
                <a:spcPct val="10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1100" dirty="0"/>
              <a:t>Gather data on frequently asked questions to </a:t>
            </a:r>
            <a:r>
              <a:rPr lang="en-US" sz="1100" b="1" dirty="0"/>
              <a:t>improve content</a:t>
            </a:r>
            <a:r>
              <a:rPr lang="en-US" sz="1100" dirty="0"/>
              <a:t> and identify training needs.</a:t>
            </a:r>
          </a:p>
        </p:txBody>
      </p:sp>
      <p:pic>
        <p:nvPicPr>
          <p:cNvPr id="64" name="Picture Placeholder 13" descr="A black and white logo&#10;&#10;Description automatically generated">
            <a:extLst>
              <a:ext uri="{FF2B5EF4-FFF2-40B4-BE49-F238E27FC236}">
                <a16:creationId xmlns:a16="http://schemas.microsoft.com/office/drawing/2014/main" id="{2076DCC3-AED8-ADC7-77B5-CE4CEAF75C0F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4842" y="1274537"/>
            <a:ext cx="697267" cy="698320"/>
          </a:xfrm>
          <a:prstGeom prst="rect">
            <a:avLst/>
          </a:prstGeom>
        </p:spPr>
      </p:pic>
      <p:sp>
        <p:nvSpPr>
          <p:cNvPr id="65" name="Text Placeholder 4">
            <a:extLst>
              <a:ext uri="{FF2B5EF4-FFF2-40B4-BE49-F238E27FC236}">
                <a16:creationId xmlns:a16="http://schemas.microsoft.com/office/drawing/2014/main" id="{0A49A7E7-7F1A-1A6F-A80B-6CCE5747F4BC}"/>
              </a:ext>
            </a:extLst>
          </p:cNvPr>
          <p:cNvSpPr txBox="1">
            <a:spLocks/>
          </p:cNvSpPr>
          <p:nvPr/>
        </p:nvSpPr>
        <p:spPr>
          <a:xfrm>
            <a:off x="7537620" y="2116317"/>
            <a:ext cx="1597889" cy="49030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Wingdings" pitchFamily="2" charset="2"/>
              <a:buNone/>
              <a:tabLst/>
              <a:defRPr sz="1400" b="1" i="0" kern="1200">
                <a:solidFill>
                  <a:schemeClr val="bg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  <a:lvl2pPr marL="401638" indent="-16668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2pPr>
            <a:lvl3pPr marL="630238" indent="-169863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393700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3pPr>
            <a:lvl4pPr marL="858838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4pPr>
            <a:lvl5pPr marL="1031875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1077913" algn="l"/>
                <a:tab pos="1249363" algn="l"/>
                <a:tab pos="1482725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Wingdings" pitchFamily="2" charset="2"/>
              <a:buNone/>
              <a:tabLst/>
              <a:defRPr/>
            </a:pPr>
            <a:r>
              <a:rPr lang="en-US" dirty="0">
                <a:solidFill>
                  <a:srgbClr val="FFFFFF"/>
                </a:solidFill>
              </a:rPr>
              <a:t>Efficiency Improvement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pic>
        <p:nvPicPr>
          <p:cNvPr id="66" name="Picture Placeholder 15" descr="A white logo with dots and lines&#10;&#10;Description automatically generated">
            <a:extLst>
              <a:ext uri="{FF2B5EF4-FFF2-40B4-BE49-F238E27FC236}">
                <a16:creationId xmlns:a16="http://schemas.microsoft.com/office/drawing/2014/main" id="{B9A09CD5-B39E-48DB-45F3-18950D0734E7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4842" y="3039924"/>
            <a:ext cx="697267" cy="698320"/>
          </a:xfrm>
          <a:prstGeom prst="rect">
            <a:avLst/>
          </a:prstGeom>
        </p:spPr>
      </p:pic>
      <p:sp>
        <p:nvSpPr>
          <p:cNvPr id="67" name="Text Placeholder 6">
            <a:extLst>
              <a:ext uri="{FF2B5EF4-FFF2-40B4-BE49-F238E27FC236}">
                <a16:creationId xmlns:a16="http://schemas.microsoft.com/office/drawing/2014/main" id="{2F47B4AC-5668-12FC-7336-7F171BF7BD91}"/>
              </a:ext>
            </a:extLst>
          </p:cNvPr>
          <p:cNvSpPr txBox="1">
            <a:spLocks/>
          </p:cNvSpPr>
          <p:nvPr/>
        </p:nvSpPr>
        <p:spPr>
          <a:xfrm>
            <a:off x="7537620" y="3881704"/>
            <a:ext cx="1534509" cy="49030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Wingdings" pitchFamily="2" charset="2"/>
              <a:buNone/>
              <a:tabLst/>
              <a:defRPr sz="1400" b="1" i="0" kern="1200">
                <a:solidFill>
                  <a:schemeClr val="bg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  <a:lvl2pPr marL="401638" indent="-16668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2pPr>
            <a:lvl3pPr marL="630238" indent="-169863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393700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3pPr>
            <a:lvl4pPr marL="858838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4pPr>
            <a:lvl5pPr marL="1031875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1077913" algn="l"/>
                <a:tab pos="1249363" algn="l"/>
                <a:tab pos="1482725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Wingdings" pitchFamily="2" charset="2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+mn-ea"/>
                <a:cs typeface="Poppins SemiBold" pitchFamily="2" charset="77"/>
              </a:rPr>
              <a:t>Customer Experience</a:t>
            </a:r>
          </a:p>
        </p:txBody>
      </p:sp>
      <p:pic>
        <p:nvPicPr>
          <p:cNvPr id="68" name="Picture Placeholder 17">
            <a:extLst>
              <a:ext uri="{FF2B5EF4-FFF2-40B4-BE49-F238E27FC236}">
                <a16:creationId xmlns:a16="http://schemas.microsoft.com/office/drawing/2014/main" id="{28B1249D-E9DB-A7CC-FBD6-50A6C861F3B0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13956" y="4788419"/>
            <a:ext cx="697267" cy="698320"/>
          </a:xfrm>
          <a:prstGeom prst="rect">
            <a:avLst/>
          </a:prstGeom>
        </p:spPr>
      </p:pic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A0A13D41-16D6-A552-1646-60F2AD9920B9}"/>
              </a:ext>
            </a:extLst>
          </p:cNvPr>
          <p:cNvSpPr txBox="1">
            <a:spLocks/>
          </p:cNvSpPr>
          <p:nvPr/>
        </p:nvSpPr>
        <p:spPr>
          <a:xfrm>
            <a:off x="7514496" y="5630199"/>
            <a:ext cx="1699775" cy="49030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Wingdings" pitchFamily="2" charset="2"/>
              <a:buNone/>
              <a:tabLst/>
              <a:defRPr sz="1400" b="1" i="0" kern="1200">
                <a:solidFill>
                  <a:schemeClr val="bg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  <a:lvl2pPr marL="401638" indent="-16668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2pPr>
            <a:lvl3pPr marL="630238" indent="-169863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393700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3pPr>
            <a:lvl4pPr marL="858838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4pPr>
            <a:lvl5pPr marL="1031875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1077913" algn="l"/>
                <a:tab pos="1249363" algn="l"/>
                <a:tab pos="1482725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Wingdings" pitchFamily="2" charset="2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+mn-ea"/>
                <a:cs typeface="Poppins SemiBold" pitchFamily="2" charset="77"/>
              </a:rPr>
              <a:t>Scalability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760FC09-443E-7D3F-1153-26871CDBE584}"/>
              </a:ext>
            </a:extLst>
          </p:cNvPr>
          <p:cNvSpPr txBox="1"/>
          <p:nvPr/>
        </p:nvSpPr>
        <p:spPr>
          <a:xfrm rot="10800000">
            <a:off x="6411448" y="1235798"/>
            <a:ext cx="615553" cy="4523033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 vert="eaVert" wrap="none" rtlCol="0">
            <a:spAutoFit/>
          </a:bodyPr>
          <a:lstStyle/>
          <a:p>
            <a:r>
              <a:rPr lang="en-HK" altLang="zh-HK" sz="2800" b="1" spc="300" dirty="0">
                <a:solidFill>
                  <a:schemeClr val="tx2"/>
                </a:solidFill>
                <a:latin typeface="+mj-lt"/>
              </a:rPr>
              <a:t>Values  of  Chatbots</a:t>
            </a:r>
            <a:endParaRPr lang="zh-HK" altLang="en-US" sz="2800" b="1" spc="300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12728F5-8852-087F-5E13-670A71A62502}"/>
              </a:ext>
            </a:extLst>
          </p:cNvPr>
          <p:cNvCxnSpPr/>
          <p:nvPr/>
        </p:nvCxnSpPr>
        <p:spPr>
          <a:xfrm>
            <a:off x="6111834" y="1235798"/>
            <a:ext cx="0" cy="502705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3" name="Text Placeholder 53">
            <a:extLst>
              <a:ext uri="{FF2B5EF4-FFF2-40B4-BE49-F238E27FC236}">
                <a16:creationId xmlns:a16="http://schemas.microsoft.com/office/drawing/2014/main" id="{92C0CEB8-2F08-F3DC-23E2-2DBE16BA7CF5}"/>
              </a:ext>
            </a:extLst>
          </p:cNvPr>
          <p:cNvSpPr txBox="1">
            <a:spLocks/>
          </p:cNvSpPr>
          <p:nvPr/>
        </p:nvSpPr>
        <p:spPr>
          <a:xfrm>
            <a:off x="9308368" y="4711445"/>
            <a:ext cx="2590704" cy="14746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5"/>
              </a:buClr>
              <a:buFont typeface="Arial" panose="020B0604020202020204" pitchFamily="34" charset="0"/>
              <a:buNone/>
              <a:tabLst/>
              <a:defRPr sz="1050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01638" indent="-16668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30238" indent="-169863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tabLst>
                <a:tab pos="393700" algn="l"/>
              </a:tabLst>
              <a:defRPr sz="12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58838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31875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tabLst>
                <a:tab pos="1077913" algn="l"/>
                <a:tab pos="1249363" algn="l"/>
                <a:tab pos="1482725" algn="l"/>
              </a:tabLst>
              <a:defRPr sz="12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0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1100" b="1" dirty="0"/>
              <a:t>24/7 Availability</a:t>
            </a:r>
            <a:r>
              <a:rPr lang="en-US" sz="1100" dirty="0"/>
              <a:t>: Supports users across time zones or outside business hours.</a:t>
            </a:r>
          </a:p>
          <a:p>
            <a:pPr marL="171450" indent="-171450">
              <a:lnSpc>
                <a:spcPct val="10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1100" b="1" dirty="0"/>
              <a:t>Handles increasing volume</a:t>
            </a:r>
            <a:r>
              <a:rPr lang="en-US" sz="1100" dirty="0"/>
              <a:t> of queries without needing more staff.</a:t>
            </a:r>
          </a:p>
        </p:txBody>
      </p:sp>
    </p:spTree>
    <p:extLst>
      <p:ext uri="{BB962C8B-B14F-4D97-AF65-F5344CB8AC3E}">
        <p14:creationId xmlns:p14="http://schemas.microsoft.com/office/powerpoint/2010/main" val="2921566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"/>
                            </p:stCondLst>
                            <p:childTnLst>
                              <p:par>
                                <p:cTn id="3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"/>
                            </p:stCondLst>
                            <p:childTnLst>
                              <p:par>
                                <p:cTn id="3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"/>
                            </p:stCondLst>
                            <p:childTnLst>
                              <p:par>
                                <p:cTn id="4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"/>
                            </p:stCondLst>
                            <p:childTnLst>
                              <p:par>
                                <p:cTn id="4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"/>
                            </p:stCondLst>
                            <p:childTnLst>
                              <p:par>
                                <p:cTn id="5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"/>
                            </p:stCondLst>
                            <p:childTnLst>
                              <p:par>
                                <p:cTn id="5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"/>
                            </p:stCondLst>
                            <p:childTnLst>
                              <p:par>
                                <p:cTn id="6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"/>
                            </p:stCondLst>
                            <p:childTnLst>
                              <p:par>
                                <p:cTn id="6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 animBg="1"/>
      <p:bldP spid="36" grpId="0" animBg="1"/>
      <p:bldP spid="37" grpId="0" animBg="1"/>
      <p:bldP spid="47" grpId="0"/>
      <p:bldP spid="65" grpId="0"/>
      <p:bldP spid="67" grpId="0"/>
      <p:bldP spid="69" grpId="0"/>
      <p:bldP spid="70" grpId="0"/>
      <p:bldP spid="7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FCAD6-3441-D001-B00E-6DE7A5EACC49}"/>
              </a:ext>
            </a:extLst>
          </p:cNvPr>
          <p:cNvSpPr txBox="1">
            <a:spLocks/>
          </p:cNvSpPr>
          <p:nvPr/>
        </p:nvSpPr>
        <p:spPr>
          <a:xfrm>
            <a:off x="1682617" y="197684"/>
            <a:ext cx="8826766" cy="818176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/>
                <a:ea typeface="+mj-ea"/>
                <a:cs typeface="Poppins"/>
              </a:rPr>
              <a:t>Sample Implementation Roadmap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E1B3D"/>
                </a:solidFill>
                <a:effectLst/>
                <a:uLnTx/>
                <a:uFillTx/>
                <a:latin typeface="Poppins"/>
                <a:ea typeface="+mj-ea"/>
                <a:cs typeface="Poppins"/>
              </a:rPr>
              <a:t>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CE4BAE-87E2-63E6-0099-1097B9A5B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814523"/>
              </p:ext>
            </p:extLst>
          </p:nvPr>
        </p:nvGraphicFramePr>
        <p:xfrm>
          <a:off x="723481" y="1989237"/>
          <a:ext cx="10540722" cy="4336037"/>
        </p:xfrm>
        <a:graphic>
          <a:graphicData uri="http://schemas.openxmlformats.org/drawingml/2006/table">
            <a:tbl>
              <a:tblPr/>
              <a:tblGrid>
                <a:gridCol w="2338023">
                  <a:extLst>
                    <a:ext uri="{9D8B030D-6E8A-4147-A177-3AD203B41FA5}">
                      <a16:colId xmlns:a16="http://schemas.microsoft.com/office/drawing/2014/main" val="33896674"/>
                    </a:ext>
                  </a:extLst>
                </a:gridCol>
                <a:gridCol w="1268642">
                  <a:extLst>
                    <a:ext uri="{9D8B030D-6E8A-4147-A177-3AD203B41FA5}">
                      <a16:colId xmlns:a16="http://schemas.microsoft.com/office/drawing/2014/main" val="943649475"/>
                    </a:ext>
                  </a:extLst>
                </a:gridCol>
                <a:gridCol w="4229652">
                  <a:extLst>
                    <a:ext uri="{9D8B030D-6E8A-4147-A177-3AD203B41FA5}">
                      <a16:colId xmlns:a16="http://schemas.microsoft.com/office/drawing/2014/main" val="363072431"/>
                    </a:ext>
                  </a:extLst>
                </a:gridCol>
                <a:gridCol w="2704405">
                  <a:extLst>
                    <a:ext uri="{9D8B030D-6E8A-4147-A177-3AD203B41FA5}">
                      <a16:colId xmlns:a16="http://schemas.microsoft.com/office/drawing/2014/main" val="527797551"/>
                    </a:ext>
                  </a:extLst>
                </a:gridCol>
              </a:tblGrid>
              <a:tr h="2072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b="1">
                          <a:latin typeface="+mj-lt"/>
                        </a:rPr>
                        <a:t>Phase</a:t>
                      </a:r>
                      <a:endParaRPr lang="en-HK" sz="1200">
                        <a:latin typeface="+mj-lt"/>
                      </a:endParaRPr>
                    </a:p>
                  </a:txBody>
                  <a:tcPr marL="51802" marR="51802" marT="25901" marB="259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b="1">
                          <a:latin typeface="+mj-lt"/>
                        </a:rPr>
                        <a:t>Timeline</a:t>
                      </a:r>
                      <a:endParaRPr lang="en-HK" sz="1200">
                        <a:latin typeface="+mj-lt"/>
                      </a:endParaRPr>
                    </a:p>
                  </a:txBody>
                  <a:tcPr marL="51802" marR="51802" marT="25901" marB="259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b="1">
                          <a:latin typeface="+mj-lt"/>
                        </a:rPr>
                        <a:t>Key Activities</a:t>
                      </a:r>
                      <a:endParaRPr lang="en-HK" sz="1200">
                        <a:latin typeface="+mj-lt"/>
                      </a:endParaRPr>
                    </a:p>
                  </a:txBody>
                  <a:tcPr marL="51802" marR="51802" marT="25901" marB="259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b="1">
                          <a:latin typeface="+mj-lt"/>
                        </a:rPr>
                        <a:t>Deliverables</a:t>
                      </a:r>
                      <a:endParaRPr lang="en-HK" sz="1200">
                        <a:latin typeface="+mj-lt"/>
                      </a:endParaRPr>
                    </a:p>
                  </a:txBody>
                  <a:tcPr marL="51802" marR="51802" marT="25901" marB="259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1954072"/>
                  </a:ext>
                </a:extLst>
              </a:tr>
              <a:tr h="82882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b="1" dirty="0">
                          <a:latin typeface="+mj-lt"/>
                        </a:rPr>
                        <a:t>1. Define Users &amp; Scope</a:t>
                      </a:r>
                      <a:endParaRPr lang="en-HK" sz="1200" dirty="0">
                        <a:latin typeface="+mj-lt"/>
                      </a:endParaRPr>
                    </a:p>
                  </a:txBody>
                  <a:tcPr marL="51802" marR="51802" marT="25901" marB="259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b="1" dirty="0">
                          <a:latin typeface="+mj-lt"/>
                        </a:rPr>
                        <a:t>Week 1 – 2</a:t>
                      </a:r>
                      <a:endParaRPr lang="en-HK" sz="1200" dirty="0">
                        <a:latin typeface="+mj-lt"/>
                      </a:endParaRPr>
                    </a:p>
                  </a:txBody>
                  <a:tcPr marL="51802" marR="51802" marT="25901" marB="259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• Identify target users and inquiry topics </a:t>
                      </a:r>
                      <a:endParaRPr lang="en-HK" sz="12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• Define chatbot scope and data boundaries </a:t>
                      </a:r>
                      <a:endParaRPr lang="en-HK" sz="12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• Assign content owners</a:t>
                      </a:r>
                      <a:endParaRPr lang="en-HK" sz="12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1802" marR="51802" marT="25901" marB="259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dirty="0">
                          <a:latin typeface="+mj-lt"/>
                        </a:rPr>
                        <a:t>• User &amp; scope definition </a:t>
                      </a:r>
                    </a:p>
                    <a:p>
                      <a:pPr algn="l">
                        <a:buNone/>
                      </a:pPr>
                      <a:r>
                        <a:rPr lang="en-HK" sz="1200" dirty="0">
                          <a:latin typeface="+mj-lt"/>
                        </a:rPr>
                        <a:t>• Project brief</a:t>
                      </a:r>
                    </a:p>
                  </a:txBody>
                  <a:tcPr marL="51802" marR="51802" marT="25901" marB="259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614685"/>
                  </a:ext>
                </a:extLst>
              </a:tr>
              <a:tr h="825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b="1" dirty="0">
                          <a:latin typeface="+mj-lt"/>
                        </a:rPr>
                        <a:t>2. Build Knowledge Base</a:t>
                      </a:r>
                      <a:endParaRPr lang="en-HK" sz="1200" dirty="0">
                        <a:latin typeface="+mj-lt"/>
                      </a:endParaRPr>
                    </a:p>
                  </a:txBody>
                  <a:tcPr marL="51802" marR="51802" marT="25901" marB="259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b="1">
                          <a:latin typeface="+mj-lt"/>
                        </a:rPr>
                        <a:t>Week 3 – 4</a:t>
                      </a:r>
                      <a:endParaRPr lang="en-HK" sz="1200">
                        <a:latin typeface="+mj-lt"/>
                      </a:endParaRPr>
                    </a:p>
                  </a:txBody>
                  <a:tcPr marL="51802" marR="51802" marT="25901" marB="259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• Collect FAQs and standard answers </a:t>
                      </a:r>
                      <a:endParaRPr lang="en-HK" sz="12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• Validate with management and policy owners </a:t>
                      </a:r>
                      <a:endParaRPr lang="en-HK" sz="12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• Finalize approved content set</a:t>
                      </a:r>
                      <a:endParaRPr lang="en-HK" sz="12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1802" marR="51802" marT="25901" marB="259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+mj-lt"/>
                        </a:rPr>
                        <a:t>• Curated FAQ database </a:t>
                      </a:r>
                    </a:p>
                    <a:p>
                      <a:pPr algn="l">
                        <a:buNone/>
                      </a:pPr>
                      <a:r>
                        <a:rPr lang="en-US" sz="1200" dirty="0">
                          <a:latin typeface="+mj-lt"/>
                        </a:rPr>
                        <a:t>• Verified knowledge base</a:t>
                      </a:r>
                    </a:p>
                  </a:txBody>
                  <a:tcPr marL="51802" marR="51802" marT="25901" marB="259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2752219"/>
                  </a:ext>
                </a:extLst>
              </a:tr>
              <a:tr h="82882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b="1">
                          <a:latin typeface="+mj-lt"/>
                        </a:rPr>
                        <a:t>3. AI Training &amp; Scenario Role-Play</a:t>
                      </a:r>
                      <a:endParaRPr lang="it-IT" sz="1200">
                        <a:latin typeface="+mj-lt"/>
                      </a:endParaRPr>
                    </a:p>
                  </a:txBody>
                  <a:tcPr marL="51802" marR="51802" marT="25901" marB="259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b="1" dirty="0">
                          <a:latin typeface="+mj-lt"/>
                        </a:rPr>
                        <a:t>Week 5 – 8</a:t>
                      </a:r>
                      <a:endParaRPr lang="en-HK" sz="1200" dirty="0">
                        <a:latin typeface="+mj-lt"/>
                      </a:endParaRPr>
                    </a:p>
                  </a:txBody>
                  <a:tcPr marL="51802" marR="51802" marT="25901" marB="259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• Upload FAQs to chatbot </a:t>
                      </a:r>
                      <a:endParaRPr lang="en-HK" sz="12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• Create role-play scenarios (AI client ↔ chatbot) </a:t>
                      </a:r>
                      <a:endParaRPr lang="en-HK" sz="12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• Review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and fine-tuning</a:t>
                      </a:r>
                      <a:endParaRPr lang="en-HK" sz="12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1802" marR="51802" marT="25901" marB="259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dirty="0">
                          <a:latin typeface="+mj-lt"/>
                        </a:rPr>
                        <a:t>• Tuned chatbot </a:t>
                      </a:r>
                    </a:p>
                    <a:p>
                      <a:pPr algn="l">
                        <a:buNone/>
                      </a:pPr>
                      <a:r>
                        <a:rPr lang="en-HK" sz="1200" dirty="0">
                          <a:latin typeface="+mj-lt"/>
                        </a:rPr>
                        <a:t>• Scenario logs </a:t>
                      </a:r>
                    </a:p>
                    <a:p>
                      <a:pPr algn="l">
                        <a:buNone/>
                      </a:pPr>
                      <a:r>
                        <a:rPr lang="en-HK" sz="1200" dirty="0">
                          <a:latin typeface="+mj-lt"/>
                        </a:rPr>
                        <a:t>• Internal QA summary</a:t>
                      </a:r>
                    </a:p>
                  </a:txBody>
                  <a:tcPr marL="51802" marR="51802" marT="25901" marB="259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3361423"/>
                  </a:ext>
                </a:extLst>
              </a:tr>
              <a:tr h="7889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b="1">
                          <a:latin typeface="+mj-lt"/>
                        </a:rPr>
                        <a:t>4. Pilot &amp; Fine-Tuning</a:t>
                      </a:r>
                      <a:endParaRPr lang="en-HK" sz="1200">
                        <a:latin typeface="+mj-lt"/>
                      </a:endParaRPr>
                    </a:p>
                  </a:txBody>
                  <a:tcPr marL="51802" marR="51802" marT="25901" marB="259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b="1">
                          <a:latin typeface="+mj-lt"/>
                        </a:rPr>
                        <a:t>Week 9 – 10</a:t>
                      </a:r>
                      <a:endParaRPr lang="en-HK" sz="1200">
                        <a:latin typeface="+mj-lt"/>
                      </a:endParaRPr>
                    </a:p>
                  </a:txBody>
                  <a:tcPr marL="51802" marR="51802" marT="25901" marB="259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• Run pilot with selected users </a:t>
                      </a:r>
                      <a:endParaRPr lang="en-HK" sz="12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• Capture out-of-scope questions </a:t>
                      </a:r>
                      <a:endParaRPr lang="en-HK" sz="12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• Expand and refine FAQs</a:t>
                      </a:r>
                      <a:endParaRPr lang="en-HK" sz="12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1802" marR="51802" marT="25901" marB="259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+mj-lt"/>
                        </a:rPr>
                        <a:t>• Pilot report</a:t>
                      </a:r>
                    </a:p>
                    <a:p>
                      <a:pPr algn="l">
                        <a:buNone/>
                      </a:pPr>
                      <a:r>
                        <a:rPr lang="en-US" sz="1200" dirty="0">
                          <a:latin typeface="+mj-lt"/>
                        </a:rPr>
                        <a:t>• Updated FAQ set </a:t>
                      </a:r>
                    </a:p>
                    <a:p>
                      <a:pPr algn="l">
                        <a:buNone/>
                      </a:pPr>
                      <a:r>
                        <a:rPr lang="en-US" sz="1200" dirty="0">
                          <a:latin typeface="+mj-lt"/>
                        </a:rPr>
                        <a:t>• Improvement log</a:t>
                      </a:r>
                    </a:p>
                  </a:txBody>
                  <a:tcPr marL="51802" marR="51802" marT="25901" marB="259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163540"/>
                  </a:ext>
                </a:extLst>
              </a:tr>
              <a:tr h="82882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latin typeface="+mj-lt"/>
                        </a:rPr>
                        <a:t>5. Official Launch &amp; Continuous Learning</a:t>
                      </a:r>
                      <a:endParaRPr lang="en-US" sz="1200">
                        <a:latin typeface="+mj-lt"/>
                      </a:endParaRPr>
                    </a:p>
                  </a:txBody>
                  <a:tcPr marL="51802" marR="51802" marT="25901" marB="259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b="1">
                          <a:latin typeface="+mj-lt"/>
                        </a:rPr>
                        <a:t>Week 11 – 12</a:t>
                      </a:r>
                      <a:endParaRPr lang="en-HK" sz="1200">
                        <a:latin typeface="+mj-lt"/>
                      </a:endParaRPr>
                    </a:p>
                  </a:txBody>
                  <a:tcPr marL="51802" marR="51802" marT="25901" marB="259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• Go-live organization-wide </a:t>
                      </a:r>
                      <a:endParaRPr lang="en-HK" sz="12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• Monitor usage and feedback </a:t>
                      </a:r>
                      <a:endParaRPr lang="en-HK" sz="12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• Add new FAQs and retrain regularly</a:t>
                      </a:r>
                      <a:endParaRPr lang="en-HK" sz="12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1802" marR="51802" marT="25901" marB="259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+mj-lt"/>
                        </a:rPr>
                        <a:t>• Live chatbot </a:t>
                      </a:r>
                    </a:p>
                    <a:p>
                      <a:pPr algn="l">
                        <a:buNone/>
                      </a:pPr>
                      <a:r>
                        <a:rPr lang="en-US" sz="1200" dirty="0">
                          <a:latin typeface="+mj-lt"/>
                        </a:rPr>
                        <a:t>• Feedback dashboard </a:t>
                      </a:r>
                    </a:p>
                    <a:p>
                      <a:pPr algn="l">
                        <a:buNone/>
                      </a:pPr>
                      <a:r>
                        <a:rPr lang="en-US" sz="1200" dirty="0">
                          <a:latin typeface="+mj-lt"/>
                        </a:rPr>
                        <a:t>• Continuous improvement plan</a:t>
                      </a:r>
                    </a:p>
                  </a:txBody>
                  <a:tcPr marL="51802" marR="51802" marT="25901" marB="259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958501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83BE6374-46FF-1737-5B36-26D6D20FA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436" y="1015860"/>
            <a:ext cx="101264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AI Chatbot Implementation Roadmap (3-Month Plan to Launch)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Success Factors: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Clear Scope | Validated Knowledge | Human Oversight | User Feedback | Continuous Learning</a:t>
            </a:r>
          </a:p>
        </p:txBody>
      </p:sp>
    </p:spTree>
    <p:extLst>
      <p:ext uri="{BB962C8B-B14F-4D97-AF65-F5344CB8AC3E}">
        <p14:creationId xmlns:p14="http://schemas.microsoft.com/office/powerpoint/2010/main" val="319220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D4373-6B57-803F-F8B0-E3E2645D2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5227F-CCBA-BB4A-81DC-707605942BA7}"/>
              </a:ext>
            </a:extLst>
          </p:cNvPr>
          <p:cNvSpPr txBox="1">
            <a:spLocks/>
          </p:cNvSpPr>
          <p:nvPr/>
        </p:nvSpPr>
        <p:spPr>
          <a:xfrm>
            <a:off x="1682617" y="197684"/>
            <a:ext cx="8826766" cy="818176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/>
                <a:ea typeface="+mj-ea"/>
                <a:cs typeface="Poppins"/>
              </a:rPr>
              <a:t>Considerations on Chatbot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E1B3D"/>
                </a:solidFill>
                <a:effectLst/>
                <a:uLnTx/>
                <a:uFillTx/>
                <a:latin typeface="Poppins"/>
                <a:ea typeface="+mj-ea"/>
                <a:cs typeface="Poppins"/>
              </a:rPr>
              <a:t>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C7B3820-0138-56EB-07DD-155ED947F99F}"/>
              </a:ext>
            </a:extLst>
          </p:cNvPr>
          <p:cNvCxnSpPr>
            <a:cxnSpLocks/>
          </p:cNvCxnSpPr>
          <p:nvPr/>
        </p:nvCxnSpPr>
        <p:spPr>
          <a:xfrm>
            <a:off x="562145" y="1855854"/>
            <a:ext cx="0" cy="320040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322C20-E118-6127-75D1-E2F6CE0B4C24}"/>
              </a:ext>
            </a:extLst>
          </p:cNvPr>
          <p:cNvCxnSpPr>
            <a:cxnSpLocks/>
          </p:cNvCxnSpPr>
          <p:nvPr/>
        </p:nvCxnSpPr>
        <p:spPr>
          <a:xfrm>
            <a:off x="3425328" y="1855854"/>
            <a:ext cx="0" cy="320040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25963AA-697C-10EB-EA71-1D7967B49EC0}"/>
              </a:ext>
            </a:extLst>
          </p:cNvPr>
          <p:cNvCxnSpPr>
            <a:cxnSpLocks/>
          </p:cNvCxnSpPr>
          <p:nvPr/>
        </p:nvCxnSpPr>
        <p:spPr>
          <a:xfrm>
            <a:off x="6288511" y="1855854"/>
            <a:ext cx="0" cy="320040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0DBF65B-50F2-35FA-2F99-AADB2847B47F}"/>
              </a:ext>
            </a:extLst>
          </p:cNvPr>
          <p:cNvCxnSpPr>
            <a:cxnSpLocks/>
          </p:cNvCxnSpPr>
          <p:nvPr/>
        </p:nvCxnSpPr>
        <p:spPr>
          <a:xfrm>
            <a:off x="9151693" y="1725715"/>
            <a:ext cx="0" cy="3330539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</p:cxn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B3D72E85-2354-E13C-EC41-97DACB3B7123}"/>
              </a:ext>
            </a:extLst>
          </p:cNvPr>
          <p:cNvSpPr txBox="1">
            <a:spLocks/>
          </p:cNvSpPr>
          <p:nvPr/>
        </p:nvSpPr>
        <p:spPr>
          <a:xfrm>
            <a:off x="683677" y="1586240"/>
            <a:ext cx="2368835" cy="1310491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Wingdings" pitchFamily="2" charset="2"/>
              <a:buNone/>
              <a:tabLst/>
              <a:defRPr sz="8800" b="1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01638" indent="-16668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2pPr>
            <a:lvl3pPr marL="630238" indent="-169863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393700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3pPr>
            <a:lvl4pPr marL="858838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4pPr>
            <a:lvl5pPr marL="1031875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1077913" algn="l"/>
                <a:tab pos="1249363" algn="l"/>
                <a:tab pos="1482725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Wingdings" pitchFamily="2" charset="2"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01</a:t>
            </a: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.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6E3E52DF-A299-0D04-40B9-0B6A70257413}"/>
              </a:ext>
            </a:extLst>
          </p:cNvPr>
          <p:cNvSpPr txBox="1">
            <a:spLocks/>
          </p:cNvSpPr>
          <p:nvPr/>
        </p:nvSpPr>
        <p:spPr>
          <a:xfrm>
            <a:off x="707721" y="2990769"/>
            <a:ext cx="2705195" cy="23361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Wingdings" pitchFamily="2" charset="2"/>
              <a:buNone/>
              <a:tabLst/>
              <a:defRPr sz="1200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01638" indent="-16668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2pPr>
            <a:lvl3pPr marL="630238" indent="-169863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393700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3pPr>
            <a:lvl4pPr marL="858838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4pPr>
            <a:lvl5pPr marL="1031875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1077913" algn="l"/>
                <a:tab pos="1249363" algn="l"/>
                <a:tab pos="1482725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Wingdings" pitchFamily="2" charset="2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Scope of Use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Understand the most common inquiry categories to prioritize functionalities.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User base: </a:t>
            </a:r>
            <a:r>
              <a:rPr lang="en-US" dirty="0">
                <a:solidFill>
                  <a:srgbClr val="121212"/>
                </a:solidFill>
              </a:rPr>
              <a:t>Who will use it?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Focus on a user-friendly interface and seamless interaction.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D6362810-E421-C55A-FE17-8DB990E5A65F}"/>
              </a:ext>
            </a:extLst>
          </p:cNvPr>
          <p:cNvSpPr txBox="1">
            <a:spLocks/>
          </p:cNvSpPr>
          <p:nvPr/>
        </p:nvSpPr>
        <p:spPr>
          <a:xfrm>
            <a:off x="3584364" y="1586240"/>
            <a:ext cx="2392883" cy="1310491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Wingdings" pitchFamily="2" charset="2"/>
              <a:buNone/>
              <a:tabLst/>
              <a:defRPr sz="8800" b="1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01638" indent="-16668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2pPr>
            <a:lvl3pPr marL="630238" indent="-169863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393700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3pPr>
            <a:lvl4pPr marL="858838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4pPr>
            <a:lvl5pPr marL="1031875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1077913" algn="l"/>
                <a:tab pos="1249363" algn="l"/>
                <a:tab pos="1482725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Wingdings" pitchFamily="2" charset="2"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02</a:t>
            </a: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.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A81F266D-28CF-0203-B529-8FFB1E2B1E0C}"/>
              </a:ext>
            </a:extLst>
          </p:cNvPr>
          <p:cNvSpPr txBox="1">
            <a:spLocks/>
          </p:cNvSpPr>
          <p:nvPr/>
        </p:nvSpPr>
        <p:spPr>
          <a:xfrm>
            <a:off x="6459960" y="1586240"/>
            <a:ext cx="2392877" cy="1310491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Wingdings" pitchFamily="2" charset="2"/>
              <a:buNone/>
              <a:tabLst/>
              <a:defRPr sz="8800" b="1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01638" indent="-16668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2pPr>
            <a:lvl3pPr marL="630238" indent="-169863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393700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3pPr>
            <a:lvl4pPr marL="858838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4pPr>
            <a:lvl5pPr marL="1031875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1077913" algn="l"/>
                <a:tab pos="1249363" algn="l"/>
                <a:tab pos="1482725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Wingdings" pitchFamily="2" charset="2"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03</a:t>
            </a: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.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93CEFAB4-BCBA-4DBC-694E-5490096E8F08}"/>
              </a:ext>
            </a:extLst>
          </p:cNvPr>
          <p:cNvSpPr txBox="1">
            <a:spLocks/>
          </p:cNvSpPr>
          <p:nvPr/>
        </p:nvSpPr>
        <p:spPr>
          <a:xfrm>
            <a:off x="9317088" y="1591365"/>
            <a:ext cx="2392875" cy="1310491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Wingdings" pitchFamily="2" charset="2"/>
              <a:buNone/>
              <a:tabLst/>
              <a:defRPr sz="8800" b="1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01638" indent="-16668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2pPr>
            <a:lvl3pPr marL="630238" indent="-169863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393700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3pPr>
            <a:lvl4pPr marL="858838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4pPr>
            <a:lvl5pPr marL="1031875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1077913" algn="l"/>
                <a:tab pos="1249363" algn="l"/>
                <a:tab pos="1482725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Wingdings" pitchFamily="2" charset="2"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04</a:t>
            </a: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.</a:t>
            </a:r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D403C380-4ECC-ECD7-B6BE-095B7AF31E6F}"/>
              </a:ext>
            </a:extLst>
          </p:cNvPr>
          <p:cNvSpPr txBox="1">
            <a:spLocks/>
          </p:cNvSpPr>
          <p:nvPr/>
        </p:nvSpPr>
        <p:spPr>
          <a:xfrm>
            <a:off x="3570902" y="2990768"/>
            <a:ext cx="2705195" cy="23361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Wingdings" pitchFamily="2" charset="2"/>
              <a:buNone/>
              <a:tabLst/>
              <a:defRPr sz="1200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01638" indent="-16668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2pPr>
            <a:lvl3pPr marL="630238" indent="-169863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393700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3pPr>
            <a:lvl4pPr marL="858838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4pPr>
            <a:lvl5pPr marL="1031875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1077913" algn="l"/>
                <a:tab pos="1249363" algn="l"/>
                <a:tab pos="1482725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Wingdings" pitchFamily="2" charset="2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KB Development &amp; Upkeep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Types of inquiries to handle, e.g., policies, workflows, deadlines.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121212"/>
                </a:solidFill>
              </a:rPr>
              <a:t>Effort and capabilities to create a comprehensive database of FAQs, policies, and procedures.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121212"/>
                </a:solidFill>
              </a:rPr>
              <a:t>User feedback: allow users to rate responses or flag inaccuracies.</a:t>
            </a: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69D50454-5B33-3F43-D13D-A081FEFD150F}"/>
              </a:ext>
            </a:extLst>
          </p:cNvPr>
          <p:cNvSpPr txBox="1">
            <a:spLocks/>
          </p:cNvSpPr>
          <p:nvPr/>
        </p:nvSpPr>
        <p:spPr>
          <a:xfrm>
            <a:off x="6434083" y="2990767"/>
            <a:ext cx="2705195" cy="23361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Wingdings" pitchFamily="2" charset="2"/>
              <a:buNone/>
              <a:tabLst/>
              <a:defRPr sz="1200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01638" indent="-16668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2pPr>
            <a:lvl3pPr marL="630238" indent="-169863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393700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3pPr>
            <a:lvl4pPr marL="858838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4pPr>
            <a:lvl5pPr marL="1031875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1077913" algn="l"/>
                <a:tab pos="1249363" algn="l"/>
                <a:tab pos="1482725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Wingdings" pitchFamily="2" charset="2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Budget &amp; Resources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Consider development, AI model training, licensing, testing, and ongoing maintenance costs.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Choose the right platform and technologies for development.</a:t>
            </a:r>
            <a:endParaRPr lang="en-US" dirty="0">
              <a:solidFill>
                <a:srgbClr val="121212"/>
              </a:solidFill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Change management.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970FC7E2-9F1E-F674-83F8-2CFB2D0CF78E}"/>
              </a:ext>
            </a:extLst>
          </p:cNvPr>
          <p:cNvSpPr txBox="1">
            <a:spLocks/>
          </p:cNvSpPr>
          <p:nvPr/>
        </p:nvSpPr>
        <p:spPr>
          <a:xfrm>
            <a:off x="9293892" y="2990766"/>
            <a:ext cx="2557682" cy="23361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Wingdings" pitchFamily="2" charset="2"/>
              <a:buNone/>
              <a:tabLst/>
              <a:defRPr sz="1200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01638" indent="-16668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2pPr>
            <a:lvl3pPr marL="630238" indent="-169863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393700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3pPr>
            <a:lvl4pPr marL="858838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/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4pPr>
            <a:lvl5pPr marL="1031875" indent="-1730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tabLst>
                <a:tab pos="1077913" algn="l"/>
                <a:tab pos="1249363" algn="l"/>
                <a:tab pos="1482725" algn="l"/>
              </a:tabLst>
              <a:defRPr sz="12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Wingdings" pitchFamily="2" charset="2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Scalability &amp; Flexibility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Consider whether the chatbot can grow with the business and adapt to changing needs.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1B3D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Ensure compatibility with existing systems, such as CRM and knowledge bases.</a:t>
            </a:r>
          </a:p>
        </p:txBody>
      </p:sp>
    </p:spTree>
    <p:extLst>
      <p:ext uri="{BB962C8B-B14F-4D97-AF65-F5344CB8AC3E}">
        <p14:creationId xmlns:p14="http://schemas.microsoft.com/office/powerpoint/2010/main" val="4101189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47B24-3886-59FE-A022-71290EF05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D7C1E4EC-5FB8-A4BB-3BD6-8CA89A72FBD0}"/>
              </a:ext>
            </a:extLst>
          </p:cNvPr>
          <p:cNvSpPr txBox="1">
            <a:spLocks/>
          </p:cNvSpPr>
          <p:nvPr/>
        </p:nvSpPr>
        <p:spPr>
          <a:xfrm>
            <a:off x="1233695" y="3781301"/>
            <a:ext cx="4062700" cy="24601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100" b="1" i="0" kern="1200">
                <a:solidFill>
                  <a:schemeClr val="tx1"/>
                </a:solidFill>
                <a:latin typeface="+mj-lt"/>
                <a:ea typeface="+mj-ea"/>
                <a:cs typeface="Poppins" pitchFamily="2" charset="77"/>
              </a:defRPr>
            </a:lvl1pPr>
          </a:lstStyle>
          <a:p>
            <a:pPr lvl="0"/>
            <a:r>
              <a:rPr lang="en-US" altLang="zh-HK" sz="9600" dirty="0">
                <a:latin typeface="Poppins" panose="00000500000000000000" pitchFamily="2" charset="0"/>
                <a:cs typeface="Poppins" panose="00000500000000000000" pitchFamily="2" charset="0"/>
              </a:rPr>
              <a:t>Q&amp;A</a:t>
            </a:r>
            <a:r>
              <a:rPr lang="en-US" altLang="zh-HK" sz="96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r>
              <a:rPr lang="en-US" altLang="zh-HK" sz="4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zh-HK" altLang="en-US" sz="4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91F6E4-8152-4998-763B-129C88ACF35B}"/>
              </a:ext>
            </a:extLst>
          </p:cNvPr>
          <p:cNvSpPr/>
          <p:nvPr/>
        </p:nvSpPr>
        <p:spPr>
          <a:xfrm>
            <a:off x="674914" y="3429000"/>
            <a:ext cx="402772" cy="2242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451230621"/>
      </p:ext>
    </p:extLst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red wall with colorful squares and text&#10;&#10;Description automatically generated">
            <a:extLst>
              <a:ext uri="{FF2B5EF4-FFF2-40B4-BE49-F238E27FC236}">
                <a16:creationId xmlns:a16="http://schemas.microsoft.com/office/drawing/2014/main" id="{B104ECF0-B6BA-DA27-0676-7405258CB83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CA10B38-1C11-BC4D-9626-AD1284CC002D}"/>
              </a:ext>
            </a:extLst>
          </p:cNvPr>
          <p:cNvSpPr txBox="1">
            <a:spLocks/>
          </p:cNvSpPr>
          <p:nvPr/>
        </p:nvSpPr>
        <p:spPr>
          <a:xfrm>
            <a:off x="480497" y="374988"/>
            <a:ext cx="5172716" cy="1632345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100" b="1" dirty="0">
                <a:latin typeface="Poppins" pitchFamily="2" charset="77"/>
                <a:cs typeface="Poppins" pitchFamily="2" charset="77"/>
              </a:rPr>
              <a:t>Thank </a:t>
            </a:r>
          </a:p>
          <a:p>
            <a:pPr>
              <a:lnSpc>
                <a:spcPct val="100000"/>
              </a:lnSpc>
            </a:pPr>
            <a:r>
              <a:rPr lang="en-US" sz="4100" b="1" dirty="0">
                <a:latin typeface="Poppins" pitchFamily="2" charset="77"/>
                <a:cs typeface="Poppins" pitchFamily="2" charset="77"/>
              </a:rPr>
              <a:t>You</a:t>
            </a:r>
            <a:r>
              <a:rPr lang="en-US" sz="4100" b="1" dirty="0">
                <a:solidFill>
                  <a:srgbClr val="FF1B3D"/>
                </a:solidFill>
                <a:latin typeface="Poppins" pitchFamily="2" charset="77"/>
                <a:cs typeface="Poppins" pitchFamily="2" charset="77"/>
              </a:rPr>
              <a:t>.</a:t>
            </a:r>
            <a:endParaRPr lang="en-US" sz="4100" b="1" dirty="0"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74E4381-AF2D-97D2-F9EF-8151D284C7DB}"/>
              </a:ext>
            </a:extLst>
          </p:cNvPr>
          <p:cNvGrpSpPr/>
          <p:nvPr/>
        </p:nvGrpSpPr>
        <p:grpSpPr>
          <a:xfrm>
            <a:off x="3020774" y="2432291"/>
            <a:ext cx="2928889" cy="2104918"/>
            <a:chOff x="539874" y="4778288"/>
            <a:chExt cx="2928889" cy="2104918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466A0AE-8015-C576-8538-866B088E15C8}"/>
                </a:ext>
              </a:extLst>
            </p:cNvPr>
            <p:cNvSpPr txBox="1"/>
            <p:nvPr/>
          </p:nvSpPr>
          <p:spPr>
            <a:xfrm>
              <a:off x="644928" y="5491861"/>
              <a:ext cx="1686110" cy="338554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en-US" sz="1600" b="1" dirty="0">
                  <a:latin typeface="Poppins"/>
                  <a:cs typeface="Poppins"/>
                </a:rPr>
                <a:t>Simon Kong</a:t>
              </a:r>
            </a:p>
          </p:txBody>
        </p:sp>
        <p:sp>
          <p:nvSpPr>
            <p:cNvPr id="43" name="Text Placeholder 4">
              <a:extLst>
                <a:ext uri="{FF2B5EF4-FFF2-40B4-BE49-F238E27FC236}">
                  <a16:creationId xmlns:a16="http://schemas.microsoft.com/office/drawing/2014/main" id="{743B20E6-CDAC-FB79-9C9B-1B2215910F97}"/>
                </a:ext>
              </a:extLst>
            </p:cNvPr>
            <p:cNvSpPr txBox="1">
              <a:spLocks/>
            </p:cNvSpPr>
            <p:nvPr/>
          </p:nvSpPr>
          <p:spPr>
            <a:xfrm>
              <a:off x="744820" y="4778288"/>
              <a:ext cx="2723943" cy="201252"/>
            </a:xfrm>
            <a:prstGeom prst="rect">
              <a:avLst/>
            </a:prstGeom>
          </p:spPr>
          <p:txBody>
            <a:bodyPr vert="horz" wrap="square" lIns="0" tIns="8856" rIns="0" bIns="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130000"/>
                </a:lnSpc>
                <a:spcBef>
                  <a:spcPts val="1000"/>
                </a:spcBef>
                <a:buClr>
                  <a:schemeClr val="accent5"/>
                </a:buClr>
                <a:buFont typeface="Arial" panose="020B0604020202020204" pitchFamily="34" charset="0"/>
                <a:buNone/>
                <a:tabLst/>
                <a:defRPr sz="1200" kern="1200">
                  <a:solidFill>
                    <a:schemeClr val="tx1">
                      <a:lumMod val="90000"/>
                      <a:lumOff val="1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01638" indent="-166688" algn="l" defTabSz="914400" rtl="0" eaLnBrk="1" latinLnBrk="0" hangingPunct="1">
                <a:lnSpc>
                  <a:spcPct val="130000"/>
                </a:lnSpc>
                <a:spcBef>
                  <a:spcPts val="500"/>
                </a:spcBef>
                <a:buClr>
                  <a:schemeClr val="accent5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>
                      <a:lumMod val="90000"/>
                      <a:lumOff val="1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30238" indent="-169863" algn="l" defTabSz="914400" rtl="0" eaLnBrk="1" latinLnBrk="0" hangingPunct="1">
                <a:lnSpc>
                  <a:spcPct val="130000"/>
                </a:lnSpc>
                <a:spcBef>
                  <a:spcPts val="500"/>
                </a:spcBef>
                <a:buClr>
                  <a:schemeClr val="accent5"/>
                </a:buClr>
                <a:buFont typeface="Arial" panose="020B0604020202020204" pitchFamily="34" charset="0"/>
                <a:buChar char="•"/>
                <a:tabLst>
                  <a:tab pos="393700" algn="l"/>
                </a:tabLst>
                <a:defRPr sz="1200" kern="1200">
                  <a:solidFill>
                    <a:schemeClr val="tx1">
                      <a:lumMod val="90000"/>
                      <a:lumOff val="1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858838" indent="-173038" algn="l" defTabSz="914400" rtl="0" eaLnBrk="1" latinLnBrk="0" hangingPunct="1">
                <a:lnSpc>
                  <a:spcPct val="130000"/>
                </a:lnSpc>
                <a:spcBef>
                  <a:spcPts val="500"/>
                </a:spcBef>
                <a:buClr>
                  <a:schemeClr val="accent5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>
                      <a:lumMod val="90000"/>
                      <a:lumOff val="1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031875" indent="-173038" algn="l" defTabSz="914400" rtl="0" eaLnBrk="1" latinLnBrk="0" hangingPunct="1">
                <a:lnSpc>
                  <a:spcPct val="130000"/>
                </a:lnSpc>
                <a:spcBef>
                  <a:spcPts val="500"/>
                </a:spcBef>
                <a:buClr>
                  <a:schemeClr val="accent5"/>
                </a:buClr>
                <a:buFont typeface="Arial" panose="020B0604020202020204" pitchFamily="34" charset="0"/>
                <a:buChar char="•"/>
                <a:tabLst>
                  <a:tab pos="1077913" algn="l"/>
                  <a:tab pos="1249363" algn="l"/>
                  <a:tab pos="1482725" algn="l"/>
                </a:tabLst>
                <a:defRPr sz="1200" kern="1200">
                  <a:solidFill>
                    <a:schemeClr val="tx1">
                      <a:lumMod val="90000"/>
                      <a:lumOff val="1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000" b="1" spc="600">
                <a:solidFill>
                  <a:schemeClr val="tx1"/>
                </a:solidFill>
                <a:latin typeface="Poppins Medium"/>
                <a:ea typeface="Open Sans Semibold"/>
                <a:cs typeface="Poppins Medium"/>
              </a:endParaRP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32A61AA-0594-0EDA-7ABC-B991712629C1}"/>
                </a:ext>
              </a:extLst>
            </p:cNvPr>
            <p:cNvCxnSpPr>
              <a:cxnSpLocks/>
            </p:cNvCxnSpPr>
            <p:nvPr/>
          </p:nvCxnSpPr>
          <p:spPr>
            <a:xfrm>
              <a:off x="539874" y="5491861"/>
              <a:ext cx="0" cy="1391345"/>
            </a:xfrm>
            <a:prstGeom prst="line">
              <a:avLst/>
            </a:prstGeom>
            <a:ln w="19050">
              <a:solidFill>
                <a:srgbClr val="D1D1D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27557B8-38AC-9E06-889E-C62BF68F6047}"/>
                </a:ext>
              </a:extLst>
            </p:cNvPr>
            <p:cNvSpPr txBox="1"/>
            <p:nvPr/>
          </p:nvSpPr>
          <p:spPr>
            <a:xfrm>
              <a:off x="646379" y="5767516"/>
              <a:ext cx="2822379" cy="966418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latin typeface="Poppins"/>
                  <a:cs typeface="Poppins"/>
                </a:rPr>
                <a:t>VP Consulting</a:t>
              </a:r>
            </a:p>
            <a:p>
              <a:pPr>
                <a:lnSpc>
                  <a:spcPct val="120000"/>
                </a:lnSpc>
              </a:pPr>
              <a:r>
                <a:rPr lang="en-US" sz="1200" dirty="0">
                  <a:latin typeface="Poppins"/>
                  <a:cs typeface="Poppins"/>
                </a:rPr>
                <a:t>Asia Pacific</a:t>
              </a:r>
            </a:p>
            <a:p>
              <a:pPr>
                <a:lnSpc>
                  <a:spcPct val="120000"/>
                </a:lnSpc>
              </a:pPr>
              <a:r>
                <a:rPr lang="en-US" sz="1200" dirty="0">
                  <a:latin typeface="Poppins"/>
                  <a:cs typeface="Poppins"/>
                  <a:hlinkClick r:id="rId4"/>
                </a:rPr>
                <a:t>simon.kong@rgp.com</a:t>
              </a:r>
              <a:endParaRPr lang="en-US" sz="1200" dirty="0">
                <a:effectLst/>
                <a:latin typeface="Poppins"/>
                <a:cs typeface="Poppins"/>
                <a:hlinkClick r:id="rId5"/>
              </a:endParaRPr>
            </a:p>
            <a:p>
              <a:pPr>
                <a:lnSpc>
                  <a:spcPct val="120000"/>
                </a:lnSpc>
              </a:pPr>
              <a:r>
                <a:rPr lang="en-US" sz="1200" dirty="0">
                  <a:latin typeface="Poppins"/>
                  <a:cs typeface="Poppins"/>
                </a:rPr>
                <a:t>+852 9195-0005</a:t>
              </a:r>
            </a:p>
          </p:txBody>
        </p: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392CEAF-2B69-7BB3-7A59-06AB6B5B9263}"/>
              </a:ext>
            </a:extLst>
          </p:cNvPr>
          <p:cNvSpPr txBox="1">
            <a:spLocks/>
          </p:cNvSpPr>
          <p:nvPr/>
        </p:nvSpPr>
        <p:spPr>
          <a:xfrm>
            <a:off x="11350522" y="6402886"/>
            <a:ext cx="3682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42FD18-F65E-9946-9051-05FB33D0D72F}" type="slidenum">
              <a:rPr lang="en-US" smtClean="0">
                <a:solidFill>
                  <a:schemeClr val="bg1"/>
                </a:solidFill>
              </a:rPr>
              <a:pPr/>
              <a:t>10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10" name="Picture 9" descr="A red and black logo&#10;&#10;Description automatically generated">
            <a:hlinkClick r:id="rId6"/>
            <a:extLst>
              <a:ext uri="{FF2B5EF4-FFF2-40B4-BE49-F238E27FC236}">
                <a16:creationId xmlns:a16="http://schemas.microsoft.com/office/drawing/2014/main" id="{7CF693BE-86FF-FFD0-26EF-0DA41FA0BD47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12824" y="1775335"/>
            <a:ext cx="215900" cy="215900"/>
          </a:xfrm>
          <a:prstGeom prst="rect">
            <a:avLst/>
          </a:prstGeom>
        </p:spPr>
      </p:pic>
      <p:pic>
        <p:nvPicPr>
          <p:cNvPr id="11" name="Picture 10">
            <a:hlinkClick r:id="rId8"/>
            <a:extLst>
              <a:ext uri="{FF2B5EF4-FFF2-40B4-BE49-F238E27FC236}">
                <a16:creationId xmlns:a16="http://schemas.microsoft.com/office/drawing/2014/main" id="{1A80EE7B-2065-9F63-C2EA-57E778E9F75C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87105" y="1775335"/>
            <a:ext cx="152400" cy="215900"/>
          </a:xfrm>
          <a:prstGeom prst="rect">
            <a:avLst/>
          </a:prstGeom>
        </p:spPr>
      </p:pic>
      <p:pic>
        <p:nvPicPr>
          <p:cNvPr id="12" name="Picture 11" descr="A red square with a black background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595E0784-F6E4-2C68-36CF-2FE8B260633E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5169" y="1775335"/>
            <a:ext cx="215900" cy="215900"/>
          </a:xfrm>
          <a:prstGeom prst="rect">
            <a:avLst/>
          </a:prstGeom>
        </p:spPr>
      </p:pic>
      <p:pic>
        <p:nvPicPr>
          <p:cNvPr id="13" name="Picture 12" descr="A red x on a black background&#10;&#10;Description automatically generated">
            <a:hlinkClick r:id="rId12"/>
            <a:extLst>
              <a:ext uri="{FF2B5EF4-FFF2-40B4-BE49-F238E27FC236}">
                <a16:creationId xmlns:a16="http://schemas.microsoft.com/office/drawing/2014/main" id="{E0F0352B-CD4A-2E24-9348-CBBCB9E2E20A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951" y="1775335"/>
            <a:ext cx="215900" cy="215900"/>
          </a:xfrm>
          <a:prstGeom prst="rect">
            <a:avLst/>
          </a:prstGeom>
        </p:spPr>
      </p:pic>
      <p:pic>
        <p:nvPicPr>
          <p:cNvPr id="14" name="Picture 13">
            <a:hlinkClick r:id="rId14"/>
            <a:extLst>
              <a:ext uri="{FF2B5EF4-FFF2-40B4-BE49-F238E27FC236}">
                <a16:creationId xmlns:a16="http://schemas.microsoft.com/office/drawing/2014/main" id="{8C731C3F-D49B-AC88-DF2E-74590E07E952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633" y="1762635"/>
            <a:ext cx="127000" cy="241300"/>
          </a:xfrm>
          <a:prstGeom prst="rect">
            <a:avLst/>
          </a:prstGeom>
        </p:spPr>
      </p:pic>
      <p:pic>
        <p:nvPicPr>
          <p:cNvPr id="15" name="Picture 14" descr="A red play button with black arrow&#10;&#10;Description automatically generated">
            <a:hlinkClick r:id="rId16"/>
            <a:extLst>
              <a:ext uri="{FF2B5EF4-FFF2-40B4-BE49-F238E27FC236}">
                <a16:creationId xmlns:a16="http://schemas.microsoft.com/office/drawing/2014/main" id="{EA1352DF-C4CB-18AD-9ACE-55CFA0578A7A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34387" y="1768985"/>
            <a:ext cx="279400" cy="228600"/>
          </a:xfrm>
          <a:prstGeom prst="rect">
            <a:avLst/>
          </a:prstGeom>
        </p:spPr>
      </p:pic>
      <p:sp>
        <p:nvSpPr>
          <p:cNvPr id="23" name="Footer Placeholder 1">
            <a:extLst>
              <a:ext uri="{FF2B5EF4-FFF2-40B4-BE49-F238E27FC236}">
                <a16:creationId xmlns:a16="http://schemas.microsoft.com/office/drawing/2014/main" id="{1011F05A-1F55-A5D6-B651-691670A4088F}"/>
              </a:ext>
            </a:extLst>
          </p:cNvPr>
          <p:cNvSpPr txBox="1">
            <a:spLocks/>
          </p:cNvSpPr>
          <p:nvPr/>
        </p:nvSpPr>
        <p:spPr>
          <a:xfrm>
            <a:off x="3957471" y="6475558"/>
            <a:ext cx="7549468" cy="365125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00" dirty="0">
                <a:solidFill>
                  <a:schemeClr val="bg1">
                    <a:lumMod val="85000"/>
                  </a:schemeClr>
                </a:solidFill>
                <a:latin typeface="Poppins"/>
              </a:rPr>
              <a:t>© 2024 Resources Connection, Inc.. Client Confidential. | </a:t>
            </a:r>
            <a:r>
              <a:rPr lang="en-US" sz="800" b="1" dirty="0">
                <a:solidFill>
                  <a:schemeClr val="bg1">
                    <a:lumMod val="85000"/>
                  </a:schemeClr>
                </a:solidFill>
                <a:latin typeface="Poppins SemiBold"/>
                <a:cs typeface="Poppins SemiBold"/>
              </a:rPr>
              <a:t>rgp.com</a:t>
            </a:r>
            <a:r>
              <a:rPr lang="en-US" sz="800" dirty="0">
                <a:solidFill>
                  <a:schemeClr val="bg1">
                    <a:lumMod val="85000"/>
                  </a:schemeClr>
                </a:solidFill>
                <a:latin typeface="Poppins"/>
              </a:rPr>
              <a:t> |</a:t>
            </a:r>
          </a:p>
          <a:p>
            <a:pPr algn="r">
              <a:defRPr/>
            </a:pPr>
            <a:endParaRPr lang="en-US" sz="800" dirty="0">
              <a:solidFill>
                <a:schemeClr val="bg1">
                  <a:lumMod val="85000"/>
                </a:schemeClr>
              </a:solidFill>
              <a:latin typeface="Poppins"/>
              <a:cs typeface="Poppin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80AAB4-2365-EADB-7B2B-490F569D5654}"/>
              </a:ext>
            </a:extLst>
          </p:cNvPr>
          <p:cNvSpPr txBox="1"/>
          <p:nvPr/>
        </p:nvSpPr>
        <p:spPr>
          <a:xfrm>
            <a:off x="483449" y="3153346"/>
            <a:ext cx="168611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b="1" dirty="0">
                <a:latin typeface="Poppins"/>
                <a:cs typeface="Poppins"/>
              </a:rPr>
              <a:t>Trudy Wong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7347C3-FD47-1724-84D0-5267685CC870}"/>
              </a:ext>
            </a:extLst>
          </p:cNvPr>
          <p:cNvSpPr txBox="1"/>
          <p:nvPr/>
        </p:nvSpPr>
        <p:spPr>
          <a:xfrm>
            <a:off x="480497" y="3429000"/>
            <a:ext cx="2822379" cy="9664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Poppins"/>
                <a:cs typeface="Poppins"/>
              </a:rPr>
              <a:t>Director, Client Development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Poppins"/>
                <a:cs typeface="Poppins"/>
              </a:rPr>
              <a:t>Hong Kong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Poppins"/>
                <a:cs typeface="Poppins"/>
                <a:hlinkClick r:id="rId18"/>
              </a:rPr>
              <a:t>trudy.wong@rgp.com</a:t>
            </a:r>
            <a:endParaRPr lang="en-US" sz="1200" dirty="0">
              <a:effectLst/>
              <a:latin typeface="Poppins"/>
              <a:cs typeface="Poppins"/>
              <a:hlinkClick r:id="rId5"/>
            </a:endParaRPr>
          </a:p>
          <a:p>
            <a:pPr>
              <a:lnSpc>
                <a:spcPct val="120000"/>
              </a:lnSpc>
            </a:pPr>
            <a:r>
              <a:rPr lang="en-US" sz="1200" dirty="0">
                <a:latin typeface="Poppins"/>
                <a:cs typeface="Poppins"/>
              </a:rPr>
              <a:t>+852 9108-5455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657453-6CBE-5147-1BD7-C7BA02842C39}"/>
              </a:ext>
            </a:extLst>
          </p:cNvPr>
          <p:cNvSpPr txBox="1"/>
          <p:nvPr/>
        </p:nvSpPr>
        <p:spPr>
          <a:xfrm>
            <a:off x="483449" y="4816753"/>
            <a:ext cx="168611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b="1" dirty="0">
                <a:latin typeface="Poppins"/>
                <a:cs typeface="Poppins"/>
              </a:rPr>
              <a:t>Cathy Zeng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44AC74-0265-25A5-8031-2DF3F1A04ED8}"/>
              </a:ext>
            </a:extLst>
          </p:cNvPr>
          <p:cNvSpPr txBox="1"/>
          <p:nvPr/>
        </p:nvSpPr>
        <p:spPr>
          <a:xfrm>
            <a:off x="480497" y="5092407"/>
            <a:ext cx="2822379" cy="9664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Poppins"/>
                <a:cs typeface="Poppins"/>
              </a:rPr>
              <a:t>Director, Consulting Service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Poppins"/>
                <a:cs typeface="Poppins"/>
              </a:rPr>
              <a:t>Greater China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Poppins"/>
                <a:cs typeface="Poppins"/>
                <a:hlinkClick r:id="rId19"/>
              </a:rPr>
              <a:t>cathy.zeng@rgp.com</a:t>
            </a:r>
            <a:endParaRPr lang="en-US" sz="1200" dirty="0">
              <a:effectLst/>
              <a:latin typeface="Poppins"/>
              <a:cs typeface="Poppins"/>
              <a:hlinkClick r:id="rId5"/>
            </a:endParaRPr>
          </a:p>
          <a:p>
            <a:pPr>
              <a:lnSpc>
                <a:spcPct val="120000"/>
              </a:lnSpc>
            </a:pPr>
            <a:r>
              <a:rPr lang="en-US" sz="1200" dirty="0">
                <a:latin typeface="Poppins"/>
                <a:cs typeface="Poppins"/>
              </a:rPr>
              <a:t>+86 180 2629 9869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30F7CC-D9BD-662C-313A-4D50AFF35740}"/>
              </a:ext>
            </a:extLst>
          </p:cNvPr>
          <p:cNvSpPr txBox="1"/>
          <p:nvPr/>
        </p:nvSpPr>
        <p:spPr>
          <a:xfrm>
            <a:off x="6757061" y="458881"/>
            <a:ext cx="3547520" cy="3231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sz="1500" dirty="0">
                <a:solidFill>
                  <a:schemeClr val="bg1"/>
                </a:solidFill>
                <a:latin typeface="+mj-lt"/>
              </a:rPr>
              <a:t>Changing Business for the Better</a:t>
            </a:r>
          </a:p>
        </p:txBody>
      </p:sp>
    </p:spTree>
    <p:extLst>
      <p:ext uri="{BB962C8B-B14F-4D97-AF65-F5344CB8AC3E}">
        <p14:creationId xmlns:p14="http://schemas.microsoft.com/office/powerpoint/2010/main" val="2805016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Veracity Templates">
  <a:themeElements>
    <a:clrScheme name="Veracity">
      <a:dk1>
        <a:srgbClr val="121212"/>
      </a:dk1>
      <a:lt1>
        <a:srgbClr val="FFFFFF"/>
      </a:lt1>
      <a:dk2>
        <a:srgbClr val="FE1B3D"/>
      </a:dk2>
      <a:lt2>
        <a:srgbClr val="F9F9F9"/>
      </a:lt2>
      <a:accent1>
        <a:srgbClr val="D5FF22"/>
      </a:accent1>
      <a:accent2>
        <a:srgbClr val="00BDBD"/>
      </a:accent2>
      <a:accent3>
        <a:srgbClr val="F5B2F5"/>
      </a:accent3>
      <a:accent4>
        <a:srgbClr val="2B414F"/>
      </a:accent4>
      <a:accent5>
        <a:srgbClr val="4D0B0C"/>
      </a:accent5>
      <a:accent6>
        <a:srgbClr val="D9D9D9"/>
      </a:accent6>
      <a:hlink>
        <a:srgbClr val="FE1B3D"/>
      </a:hlink>
      <a:folHlink>
        <a:srgbClr val="FE1B3D"/>
      </a:folHlink>
    </a:clrScheme>
    <a:fontScheme name="Test">
      <a:majorFont>
        <a:latin typeface="Poppi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wrap="square"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Veracity Capabilities Template [Autosaved]" id="{2FE36167-EF63-7749-BA66-352FE060A018}" vid="{6F66A593-77D3-6B4C-BE97-3E7C5E5498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33193</TotalTime>
  <Words>897</Words>
  <Application>Microsoft Office PowerPoint</Application>
  <PresentationFormat>Widescreen</PresentationFormat>
  <Paragraphs>146</Paragraphs>
  <Slides>10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等线</vt:lpstr>
      <vt:lpstr>Aptos</vt:lpstr>
      <vt:lpstr>Arial</vt:lpstr>
      <vt:lpstr>Calibri</vt:lpstr>
      <vt:lpstr>Open Sans</vt:lpstr>
      <vt:lpstr>Poppins</vt:lpstr>
      <vt:lpstr>Poppins Medium</vt:lpstr>
      <vt:lpstr>Poppins SemiBold</vt:lpstr>
      <vt:lpstr>Wingdings</vt:lpstr>
      <vt:lpstr>Veracity Templates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Zeng, Cathy (RGP - Shanghai)</dc:creator>
  <cp:lastModifiedBy>denny lee</cp:lastModifiedBy>
  <cp:revision>5</cp:revision>
  <dcterms:created xsi:type="dcterms:W3CDTF">2025-08-29T15:18:12Z</dcterms:created>
  <dcterms:modified xsi:type="dcterms:W3CDTF">2025-11-03T09:27:59Z</dcterms:modified>
</cp:coreProperties>
</file>